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ns2="http://schemas.openxmlformats.org/drawingml/2006/main" xmlns:ns3="http://schemas.microsoft.com/office/powerpoint/2012/main" xmlns:p="http://schemas.openxmlformats.org/presentationml/2006/main" xmlns:r="http://schemas.openxmlformats.org/officeDocument/2006/relationships" strictFirstAndLastChars="0" embedTrueTypeFonts="1" saveSubsetFonts="1" autoCompressPictures="0">
  <p:sldMasterIdLst>
    <p:sldMasterId id="2147483672" r:id="rId1"/>
  </p:sldMasterIdLst>
  <p:notesMasterIdLst>
    <p:notesMasterId r:id="rId13"/>
  </p:notesMasterIdLst>
  <p:sldIdLst>
    <p:sldId id="256" r:id="rId2"/>
    <p:sldId id="257" r:id="rId3"/>
    <p:sldId id="423" r:id="rId25"/>
    <p:sldId id="424" r:id="rId26"/>
    <p:sldId id="425" r:id="rId27"/>
    <p:sldId id="415" r:id="rId4"/>
    <p:sldId id="421" r:id="rId5"/>
    <p:sldId id="416" r:id="rId6"/>
    <p:sldId id="414" r:id="rId7"/>
    <p:sldId id="418" r:id="rId8"/>
    <p:sldId id="420" r:id="rId9"/>
    <p:sldId id="419" r:id="rId10"/>
    <p:sldId id="422" r:id="rId11"/>
    <p:sldId id="258" r:id="rId12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4"/>
      <p:bold r:id="rId15"/>
      <p:italic r:id="rId16"/>
      <p:boldItalic r:id="rId17"/>
    </p:embeddedFont>
  </p:embeddedFontLst>
  <p:defaultTextStyle>
    <ns2:defPPr marR="0" lvl="0" algn="l" rtl="0">
      <ns2:lnSpc>
        <ns2:spcPct val="100000"/>
      </ns2:lnSpc>
      <ns2:spcBef>
        <ns2:spcPts val="0"/>
      </ns2:spcBef>
      <ns2:spcAft>
        <ns2:spcPts val="0"/>
      </ns2:spcAft>
    </ns2:defPPr>
    <ns2:lvl1pPr marR="0" lvl="0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1pPr>
    <ns2:lvl2pPr marR="0" lvl="1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2pPr>
    <ns2:lvl3pPr marR="0" lvl="2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3pPr>
    <ns2:lvl4pPr marR="0" lvl="3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4pPr>
    <ns2:lvl5pPr marR="0" lvl="4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5pPr>
    <ns2:lvl6pPr marR="0" lvl="5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6pPr>
    <ns2:lvl7pPr marR="0" lvl="6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7pPr>
    <ns2:lvl8pPr marR="0" lvl="7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8pPr>
    <ns2:lvl9pPr marR="0" lvl="8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9pPr>
  </p:defaultTextStyle>
  <p:extLst>
    <p:ext uri="{EFAFB233-063F-42B5-8137-9DF3F51BA10A}">
      <ns3:sldGuideLst>
        <ns3:guide id="1" orient="horz" pos="1620">
          <ns3:clr>
            <ns2:srgbClr val="A4A3A4"/>
          </ns3:clr>
        </ns3:guide>
        <ns3:guide id="2" pos="2880">
          <ns3:clr>
            <ns2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74D078-6048-4B6B-ACA5-52F38B7A75A1}">
  <a:tblStyle styleId="{5174D078-6048-4B6B-ACA5-52F38B7A75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77"/>
    <p:restoredTop sz="96956"/>
  </p:normalViewPr>
  <p:slideViewPr>
    <p:cSldViewPr snapToGrid="0">
      <p:cViewPr varScale="1">
        <p:scale>
          <a:sx n="160" d="100"/>
          <a:sy n="160" d="100"/>
        </p:scale>
        <p:origin x="768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notesMaster" Target="notesMasters/notesMaster1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4.fntdata" /><Relationship Id="rId2" Type="http://schemas.openxmlformats.org/officeDocument/2006/relationships/slide" Target="slides/slide1.xml" /><Relationship Id="rId16" Type="http://schemas.openxmlformats.org/officeDocument/2006/relationships/font" Target="fonts/font3.fntdata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font" Target="fonts/font2.fntdata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1.fntdata" /><Relationship Id="rId22" Type="http://schemas.microsoft.com/office/2016/11/relationships/changesInfo" Target="changesInfos/changesInfo1.xml" /><Relationship Id="rId25" Type="http://schemas.openxmlformats.org/officeDocument/2006/relationships/slide" Target="slides/slide12.xml" /><Relationship Id="rId26" Type="http://schemas.openxmlformats.org/officeDocument/2006/relationships/slide" Target="slides/slide13.xml" /><Relationship Id="rId27" Type="http://schemas.openxmlformats.org/officeDocument/2006/relationships/slide" Target="slides/slide14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n, Junjie" userId="47921d4c-6e59-4d31-a2ef-894d00cbbe0e" providerId="ADAL" clId="{69C7B2AE-1C33-5C4B-AFB2-C176DD209AED}"/>
    <pc:docChg chg="custSel modSld">
      <pc:chgData name="Yin, Junjie" userId="47921d4c-6e59-4d31-a2ef-894d00cbbe0e" providerId="ADAL" clId="{69C7B2AE-1C33-5C4B-AFB2-C176DD209AED}" dt="2026-10-26T03:47:20.199" v="223" actId="20577"/>
      <pc:docMkLst>
        <pc:docMk/>
      </pc:docMkLst>
      <pc:sldChg chg="modSp mod">
        <pc:chgData name="Yin, Junjie" userId="47921d4c-6e59-4d31-a2ef-894d00cbbe0e" providerId="ADAL" clId="{69C7B2AE-1C33-5C4B-AFB2-C176DD209AED}" dt="2026-10-26T03:42:54.036" v="5" actId="20577"/>
        <pc:sldMkLst>
          <pc:docMk/>
          <pc:sldMk cId="0" sldId="256"/>
        </pc:sldMkLst>
        <pc:spChg chg="mod">
          <ac:chgData name="Yin, Junjie" userId="47921d4c-6e59-4d31-a2ef-894d00cbbe0e" providerId="ADAL" clId="{69C7B2AE-1C33-5C4B-AFB2-C176DD209AED}" dt="2026-10-26T03:42:54.036" v="5" actId="20577"/>
          <ac:spMkLst>
            <pc:docMk/>
            <pc:sldMk cId="0" sldId="256"/>
            <ac:spMk id="142" creationId="{00000000-0000-0000-0000-000000000000}"/>
          </ac:spMkLst>
        </pc:spChg>
      </pc:sldChg>
      <pc:sldChg chg="modSp mod">
        <pc:chgData name="Yin, Junjie" userId="47921d4c-6e59-4d31-a2ef-894d00cbbe0e" providerId="ADAL" clId="{69C7B2AE-1C33-5C4B-AFB2-C176DD209AED}" dt="2026-10-26T03:47:20.199" v="223" actId="20577"/>
        <pc:sldMkLst>
          <pc:docMk/>
          <pc:sldMk cId="0" sldId="257"/>
        </pc:sldMkLst>
        <pc:spChg chg="mod">
          <ac:chgData name="Yin, Junjie" userId="47921d4c-6e59-4d31-a2ef-894d00cbbe0e" providerId="ADAL" clId="{69C7B2AE-1C33-5C4B-AFB2-C176DD209AED}" dt="2026-10-26T03:47:20.199" v="223" actId="20577"/>
          <ac:spMkLst>
            <pc:docMk/>
            <pc:sldMk cId="0" sldId="257"/>
            <ac:spMk id="14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1720a3317f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9" name="Google Shape;139;g11720a3317f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10fb18411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210fb18411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053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ISO, market clear, re-check (like PJM validate)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94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b33501d3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b33501d3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Two layers: Contributors and users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MSU as a user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685800" y="1150798"/>
            <a:ext cx="7772400" cy="1706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  <a:defRPr sz="2700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1371600" y="2971800"/>
            <a:ext cx="64008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>
                <a:solidFill>
                  <a:srgbClr val="262626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949494"/>
              </a:buClr>
              <a:buSzPts val="1600"/>
              <a:buNone/>
              <a:defRPr>
                <a:solidFill>
                  <a:srgbClr val="949494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949494"/>
              </a:buClr>
              <a:buSzPts val="1800"/>
              <a:buNone/>
              <a:defRPr>
                <a:solidFill>
                  <a:srgbClr val="949494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9pPr>
          </a:lstStyle>
          <a:p>
            <a:endParaRPr/>
          </a:p>
        </p:txBody>
      </p:sp>
      <p:cxnSp>
        <p:nvCxnSpPr>
          <p:cNvPr id="57" name="Google Shape;57;p14"/>
          <p:cNvCxnSpPr/>
          <p:nvPr/>
        </p:nvCxnSpPr>
        <p:spPr>
          <a:xfrm>
            <a:off x="457200" y="10287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8143" y="4689129"/>
            <a:ext cx="1550194" cy="39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EC6949DB-F371-98DD-2F6D-82C9E810EC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758" y="170897"/>
            <a:ext cx="3249205" cy="80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oogle Shape;167;p28">
            <a:extLst>
              <a:ext uri="{FF2B5EF4-FFF2-40B4-BE49-F238E27FC236}">
                <a16:creationId xmlns:a16="http://schemas.microsoft.com/office/drawing/2014/main" id="{8B885567-34EC-0BB7-6B43-8D50A26C04BD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rcRect t="8383" r="54041"/>
          <a:stretch>
            <a:fillRect/>
          </a:stretch>
        </p:blipFill>
        <p:spPr>
          <a:xfrm>
            <a:off x="4754935" y="4669345"/>
            <a:ext cx="1378225" cy="43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70;p28">
            <a:extLst>
              <a:ext uri="{FF2B5EF4-FFF2-40B4-BE49-F238E27FC236}">
                <a16:creationId xmlns:a16="http://schemas.microsoft.com/office/drawing/2014/main" id="{FAE1B5B9-FE5E-219A-41AF-5F14E365A500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1539" y="4680674"/>
            <a:ext cx="1550194" cy="39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742A6082-1A01-7B6B-4A1F-AFC6AF63C0E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536362" y="4708590"/>
            <a:ext cx="1695583" cy="33707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400"/>
              <a:buFont typeface="Arial"/>
              <a:buNone/>
              <a:defRPr sz="2400" b="1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457200" y="800100"/>
            <a:ext cx="8229600" cy="382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•"/>
              <a:defRPr>
                <a:solidFill>
                  <a:srgbClr val="262626"/>
                </a:solidFill>
              </a:defRPr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Char char="◖"/>
              <a:defRPr>
                <a:solidFill>
                  <a:srgbClr val="262626"/>
                </a:solidFill>
              </a:defRPr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▪"/>
              <a:defRPr>
                <a:solidFill>
                  <a:srgbClr val="262626"/>
                </a:solidFill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  <a:defRPr>
                <a:solidFill>
                  <a:srgbClr val="262626"/>
                </a:solidFill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»"/>
              <a:defRPr>
                <a:solidFill>
                  <a:srgbClr val="262626"/>
                </a:solidFill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22809"/>
            <a:ext cx="1374534" cy="3413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" name="Google Shape;70;p15"/>
          <p:cNvCxnSpPr/>
          <p:nvPr/>
        </p:nvCxnSpPr>
        <p:spPr>
          <a:xfrm>
            <a:off x="457200" y="62865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685800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3000"/>
              <a:buFont typeface="Arial"/>
              <a:buNone/>
              <a:defRPr sz="3000" b="1" cap="none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685800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 sz="1500">
                <a:solidFill>
                  <a:srgbClr val="949494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000"/>
              <a:buNone/>
              <a:defRPr sz="1400">
                <a:solidFill>
                  <a:srgbClr val="949494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200"/>
              <a:buNone/>
              <a:defRPr sz="1200">
                <a:solidFill>
                  <a:srgbClr val="949494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9pPr>
          </a:lstStyle>
          <a:p>
            <a:endParaRPr/>
          </a:p>
        </p:txBody>
      </p:sp>
      <p:cxnSp>
        <p:nvCxnSpPr>
          <p:cNvPr id="75" name="Google Shape;75;p16"/>
          <p:cNvCxnSpPr/>
          <p:nvPr/>
        </p:nvCxnSpPr>
        <p:spPr>
          <a:xfrm>
            <a:off x="457200" y="3305175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6" name="Google Shape;76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22809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  <a:defRPr sz="2700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457200" y="800100"/>
            <a:ext cx="4038600" cy="382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Arial"/>
              <a:buChar char="•"/>
              <a:defRPr sz="2100">
                <a:solidFill>
                  <a:srgbClr val="262626"/>
                </a:solidFill>
              </a:defRPr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Char char="◖"/>
              <a:defRPr sz="1800">
                <a:solidFill>
                  <a:srgbClr val="262626"/>
                </a:solidFill>
              </a:defRPr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▪"/>
              <a:defRPr sz="1500">
                <a:solidFill>
                  <a:srgbClr val="262626"/>
                </a:solidFill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»"/>
              <a:defRPr sz="1400">
                <a:solidFill>
                  <a:srgbClr val="262626"/>
                </a:solidFill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2"/>
          </p:nvPr>
        </p:nvSpPr>
        <p:spPr>
          <a:xfrm>
            <a:off x="4648200" y="800100"/>
            <a:ext cx="4038600" cy="382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Arial"/>
              <a:buChar char="•"/>
              <a:defRPr sz="2100">
                <a:solidFill>
                  <a:srgbClr val="262626"/>
                </a:solidFill>
              </a:defRPr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Char char="◖"/>
              <a:defRPr sz="1800">
                <a:solidFill>
                  <a:srgbClr val="262626"/>
                </a:solidFill>
              </a:defRPr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▪"/>
              <a:defRPr sz="1500">
                <a:solidFill>
                  <a:srgbClr val="262626"/>
                </a:solidFill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»"/>
              <a:defRPr sz="1400">
                <a:solidFill>
                  <a:srgbClr val="262626"/>
                </a:solidFill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3" name="Google Shape;83;p17"/>
          <p:cNvCxnSpPr/>
          <p:nvPr/>
        </p:nvCxnSpPr>
        <p:spPr>
          <a:xfrm>
            <a:off x="457200" y="6858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4" name="Google Shape;8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22809"/>
            <a:ext cx="1374534" cy="341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457200" y="17145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  <a:defRPr sz="2700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457200" y="971550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sz="1800" b="1">
                <a:solidFill>
                  <a:srgbClr val="262626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2"/>
          </p:nvPr>
        </p:nvSpPr>
        <p:spPr>
          <a:xfrm>
            <a:off x="457200" y="1485901"/>
            <a:ext cx="4040188" cy="3259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•"/>
              <a:defRPr sz="1800">
                <a:solidFill>
                  <a:srgbClr val="262626"/>
                </a:solidFill>
              </a:defRPr>
            </a:lvl1pPr>
            <a:lvl2pPr marL="914400" lvl="1" indent="-2984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100"/>
              <a:buChar char="◖"/>
              <a:defRPr sz="1500">
                <a:solidFill>
                  <a:srgbClr val="262626"/>
                </a:solidFill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▪"/>
              <a:defRPr sz="1400">
                <a:solidFill>
                  <a:srgbClr val="262626"/>
                </a:solidFill>
              </a:defRPr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Char char="»"/>
              <a:defRPr sz="1200">
                <a:solidFill>
                  <a:srgbClr val="262626"/>
                </a:solidFill>
              </a:defRPr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3"/>
          </p:nvPr>
        </p:nvSpPr>
        <p:spPr>
          <a:xfrm>
            <a:off x="4645026" y="971550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sz="1800" b="1">
                <a:solidFill>
                  <a:srgbClr val="262626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4"/>
          </p:nvPr>
        </p:nvSpPr>
        <p:spPr>
          <a:xfrm>
            <a:off x="4645026" y="1485901"/>
            <a:ext cx="4041775" cy="3259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•"/>
              <a:defRPr sz="1800">
                <a:solidFill>
                  <a:srgbClr val="262626"/>
                </a:solidFill>
              </a:defRPr>
            </a:lvl1pPr>
            <a:lvl2pPr marL="914400" lvl="1" indent="-2984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100"/>
              <a:buChar char="◖"/>
              <a:defRPr sz="1500">
                <a:solidFill>
                  <a:srgbClr val="262626"/>
                </a:solidFill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▪"/>
              <a:defRPr sz="1400">
                <a:solidFill>
                  <a:srgbClr val="262626"/>
                </a:solidFill>
              </a:defRPr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Char char="»"/>
              <a:defRPr sz="1200">
                <a:solidFill>
                  <a:srgbClr val="262626"/>
                </a:solidFill>
              </a:defRPr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cxnSp>
        <p:nvCxnSpPr>
          <p:cNvPr id="91" name="Google Shape;91;p18"/>
          <p:cNvCxnSpPr/>
          <p:nvPr/>
        </p:nvCxnSpPr>
        <p:spPr>
          <a:xfrm>
            <a:off x="457200" y="1485900"/>
            <a:ext cx="4040188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" name="Google Shape;92;p18"/>
          <p:cNvCxnSpPr/>
          <p:nvPr/>
        </p:nvCxnSpPr>
        <p:spPr>
          <a:xfrm>
            <a:off x="4648200" y="1485900"/>
            <a:ext cx="4040188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" name="Google Shape;93;p18"/>
          <p:cNvCxnSpPr/>
          <p:nvPr/>
        </p:nvCxnSpPr>
        <p:spPr>
          <a:xfrm>
            <a:off x="457200" y="74295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4" name="Google Shape;9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5" y="4744993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  <a:defRPr sz="2700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98" name="Google Shape;98;p19"/>
          <p:cNvCxnSpPr/>
          <p:nvPr/>
        </p:nvCxnSpPr>
        <p:spPr>
          <a:xfrm>
            <a:off x="457200" y="74295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9" name="Google Shape;99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22809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2" y="4722805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>
            <a:spLocks noGrp="1"/>
          </p:cNvSpPr>
          <p:nvPr>
            <p:ph type="title"/>
          </p:nvPr>
        </p:nvSpPr>
        <p:spPr>
          <a:xfrm>
            <a:off x="477044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1500"/>
              <a:buFont typeface="Arial"/>
              <a:buNone/>
              <a:defRPr sz="1500" b="1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body" idx="1"/>
          </p:nvPr>
        </p:nvSpPr>
        <p:spPr>
          <a:xfrm>
            <a:off x="3581400" y="228600"/>
            <a:ext cx="5111750" cy="451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•"/>
              <a:defRPr sz="2400">
                <a:solidFill>
                  <a:srgbClr val="262626"/>
                </a:solidFill>
              </a:defRPr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◖"/>
              <a:defRPr sz="2100">
                <a:solidFill>
                  <a:srgbClr val="000000"/>
                </a:solidFill>
              </a:defRPr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>
                <a:solidFill>
                  <a:srgbClr val="000000"/>
                </a:solidFill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  <a:defRPr sz="1500">
                <a:solidFill>
                  <a:srgbClr val="000000"/>
                </a:solidFill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Char char="»"/>
              <a:defRPr sz="1500">
                <a:solidFill>
                  <a:srgbClr val="000000"/>
                </a:solidFill>
              </a:defRPr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body" idx="2"/>
          </p:nvPr>
        </p:nvSpPr>
        <p:spPr>
          <a:xfrm>
            <a:off x="477044" y="1076325"/>
            <a:ext cx="3008313" cy="366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  <a:defRPr sz="1100">
                <a:solidFill>
                  <a:srgbClr val="262626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cxnSp>
        <p:nvCxnSpPr>
          <p:cNvPr id="108" name="Google Shape;108;p21"/>
          <p:cNvCxnSpPr/>
          <p:nvPr/>
        </p:nvCxnSpPr>
        <p:spPr>
          <a:xfrm>
            <a:off x="457200" y="1085850"/>
            <a:ext cx="30480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9" name="Google Shape;109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43450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1500"/>
              <a:buFont typeface="Arial"/>
              <a:buNone/>
              <a:defRPr sz="1500" b="1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2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2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946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  <a:defRPr sz="1100">
                <a:solidFill>
                  <a:srgbClr val="262626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cxnSp>
        <p:nvCxnSpPr>
          <p:cNvPr id="115" name="Google Shape;115;p22"/>
          <p:cNvCxnSpPr/>
          <p:nvPr/>
        </p:nvCxnSpPr>
        <p:spPr>
          <a:xfrm>
            <a:off x="1792288" y="4025504"/>
            <a:ext cx="54864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6" name="Google Shape;11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22809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  <a:defRPr sz="2700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body" idx="1"/>
          </p:nvPr>
        </p:nvSpPr>
        <p:spPr>
          <a:xfrm rot="5400000">
            <a:off x="2810671" y="-1153321"/>
            <a:ext cx="3522659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•"/>
              <a:defRPr>
                <a:solidFill>
                  <a:srgbClr val="262626"/>
                </a:solidFill>
              </a:defRPr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Char char="◖"/>
              <a:defRPr>
                <a:solidFill>
                  <a:srgbClr val="262626"/>
                </a:solidFill>
              </a:defRPr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▪"/>
              <a:defRPr>
                <a:solidFill>
                  <a:srgbClr val="262626"/>
                </a:solidFill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  <a:defRPr>
                <a:solidFill>
                  <a:srgbClr val="262626"/>
                </a:solidFill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»"/>
              <a:defRPr>
                <a:solidFill>
                  <a:srgbClr val="262626"/>
                </a:solidFill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121" name="Google Shape;121;p23"/>
          <p:cNvCxnSpPr/>
          <p:nvPr/>
        </p:nvCxnSpPr>
        <p:spPr>
          <a:xfrm>
            <a:off x="457200" y="8001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2" name="Google Shape;122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44993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 rot="5400000">
            <a:off x="5275064" y="1560314"/>
            <a:ext cx="4766072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400"/>
              <a:buFont typeface="Arial"/>
              <a:buNone/>
              <a:defRPr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 rot="5400000">
            <a:off x="1084064" y="-420886"/>
            <a:ext cx="4766072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Char char="•"/>
              <a:defRPr>
                <a:solidFill>
                  <a:srgbClr val="262626"/>
                </a:solidFill>
              </a:defRPr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Char char="◖"/>
              <a:defRPr>
                <a:solidFill>
                  <a:srgbClr val="262626"/>
                </a:solidFill>
              </a:defRPr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▪"/>
              <a:defRPr>
                <a:solidFill>
                  <a:srgbClr val="262626"/>
                </a:solidFill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  <a:defRPr>
                <a:solidFill>
                  <a:srgbClr val="262626"/>
                </a:solidFill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»"/>
              <a:defRPr>
                <a:solidFill>
                  <a:srgbClr val="262626"/>
                </a:solidFill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27" name="Google Shape;127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-402288" y="573752"/>
            <a:ext cx="1374534" cy="3413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24"/>
          <p:cNvCxnSpPr/>
          <p:nvPr/>
        </p:nvCxnSpPr>
        <p:spPr>
          <a:xfrm rot="10800000" flipH="1">
            <a:off x="6629401" y="228600"/>
            <a:ext cx="1" cy="474345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" name="Google Shape;129;p24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>
  <p:cSld name="1_Content with Caption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>
            <a:spLocks noGrp="1"/>
          </p:cNvSpPr>
          <p:nvPr>
            <p:ph type="title"/>
          </p:nvPr>
        </p:nvSpPr>
        <p:spPr>
          <a:xfrm>
            <a:off x="5353496" y="827532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1400"/>
              <a:buFont typeface="Arial"/>
              <a:buNone/>
              <a:defRPr sz="1400" b="1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body" idx="1"/>
          </p:nvPr>
        </p:nvSpPr>
        <p:spPr>
          <a:xfrm>
            <a:off x="5353496" y="1508045"/>
            <a:ext cx="3383280" cy="323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  <a:defRPr sz="1100">
                <a:solidFill>
                  <a:srgbClr val="262626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25"/>
          <p:cNvSpPr txBox="1">
            <a:spLocks noGrp="1"/>
          </p:cNvSpPr>
          <p:nvPr>
            <p:ph type="body" idx="2"/>
          </p:nvPr>
        </p:nvSpPr>
        <p:spPr>
          <a:xfrm>
            <a:off x="152400" y="582215"/>
            <a:ext cx="5102352" cy="4162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Char char="•"/>
              <a:defRPr sz="2400">
                <a:solidFill>
                  <a:srgbClr val="262626"/>
                </a:solidFill>
              </a:defRPr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Char char="◖"/>
              <a:defRPr sz="2100">
                <a:solidFill>
                  <a:srgbClr val="262626"/>
                </a:solidFill>
              </a:defRPr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▪"/>
              <a:defRPr sz="1800">
                <a:solidFill>
                  <a:srgbClr val="262626"/>
                </a:solidFill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  <a:defRPr sz="1500">
                <a:solidFill>
                  <a:srgbClr val="262626"/>
                </a:solidFill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»"/>
              <a:defRPr sz="1500">
                <a:solidFill>
                  <a:srgbClr val="262626"/>
                </a:solidFill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134" name="Google Shape;134;p25"/>
          <p:cNvCxnSpPr/>
          <p:nvPr/>
        </p:nvCxnSpPr>
        <p:spPr>
          <a:xfrm>
            <a:off x="5334000" y="1485900"/>
            <a:ext cx="34290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5" name="Google Shape;135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44993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536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7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91440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81000" algn="l" rtl="0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Noto Sans Symbols"/>
              <a:buChar char="◖"/>
              <a:defRPr sz="21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tb.curent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CURENT" TargetMode="External"/><Relationship Id="rId5" Type="http://schemas.openxmlformats.org/officeDocument/2006/relationships/hyperlink" Target="https://www.youtube.com/@curentltb" TargetMode="External"/><Relationship Id="rId4" Type="http://schemas.openxmlformats.org/officeDocument/2006/relationships/hyperlink" Target="https://www.linkedin.com/company/76122605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5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5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jpg"/><Relationship Id="rId14" Type="http://schemas.openxmlformats.org/officeDocument/2006/relationships/image" Target="../media/image3.png"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>
            <a:spLocks noGrp="1"/>
          </p:cNvSpPr>
          <p:nvPr>
            <p:ph type="ctrTitle"/>
          </p:nvPr>
        </p:nvSpPr>
        <p:spPr>
          <a:xfrm>
            <a:off x="685800" y="1285625"/>
            <a:ext cx="7772400" cy="9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</a:pPr>
            <a:r>
              <a:rPr lang="en" sz="2400" b="1" dirty="0">
                <a:solidFill>
                  <a:schemeClr val="accent1"/>
                </a:solidFill>
              </a:rPr>
              <a:t>CURENT Large-scale Testbed (LTB) </a:t>
            </a:r>
            <a:endParaRPr sz="2400" b="1" dirty="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</a:pPr>
            <a:r>
              <a:rPr lang="en-US" sz="2400" b="1" dirty="0"/>
              <a:t>Month</a:t>
            </a:r>
            <a:r>
              <a:rPr lang="en" sz="2400" b="1" dirty="0" err="1"/>
              <a:t>ly</a:t>
            </a:r>
            <a:r>
              <a:rPr lang="en" sz="2400" b="1" dirty="0"/>
              <a:t> Meeting</a:t>
            </a:r>
            <a:endParaRPr sz="2400" dirty="0"/>
          </a:p>
        </p:txBody>
      </p:sp>
      <p:sp>
        <p:nvSpPr>
          <p:cNvPr id="142" name="Google Shape;142;p26"/>
          <p:cNvSpPr txBox="1">
            <a:spLocks noGrp="1"/>
          </p:cNvSpPr>
          <p:nvPr>
            <p:ph type="subTitle" idx="1"/>
          </p:nvPr>
        </p:nvSpPr>
        <p:spPr>
          <a:xfrm>
            <a:off x="2171700" y="2302050"/>
            <a:ext cx="4800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</a:pPr>
            <a:r>
              <a:rPr lang="en" dirty="0"/>
              <a:t>10/</a:t>
            </a:r>
            <a:r>
              <a:rPr lang="en-US" dirty="0"/>
              <a:t>26</a:t>
            </a:r>
            <a:r>
              <a:rPr lang="en" dirty="0"/>
              <a:t>/2026</a:t>
            </a:r>
            <a:endParaRPr dirty="0"/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</a:pPr>
            <a:r>
              <a:rPr lang="en" dirty="0">
                <a:solidFill>
                  <a:srgbClr val="262626"/>
                </a:solidFill>
              </a:rPr>
              <a:t>CURENT, University of Tennessee, Knoxville</a:t>
            </a:r>
            <a:endParaRPr dirty="0"/>
          </a:p>
        </p:txBody>
      </p:sp>
      <p:graphicFrame>
        <p:nvGraphicFramePr>
          <p:cNvPr id="2" name="Google Shape;143;p26">
            <a:extLst>
              <a:ext uri="{FF2B5EF4-FFF2-40B4-BE49-F238E27FC236}">
                <a16:creationId xmlns:a16="http://schemas.microsoft.com/office/drawing/2014/main" id="{304445EE-EF1A-2ECC-D06D-AFD1DD4EDD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1690032"/>
              </p:ext>
            </p:extLst>
          </p:nvPr>
        </p:nvGraphicFramePr>
        <p:xfrm>
          <a:off x="826029" y="2896676"/>
          <a:ext cx="7491942" cy="1733444"/>
        </p:xfrm>
        <a:graphic>
          <a:graphicData uri="http://schemas.openxmlformats.org/drawingml/2006/table">
            <a:tbl>
              <a:tblPr>
                <a:noFill/>
                <a:tableStyleId>{5174D078-6048-4B6B-ACA5-52F38B7A75A1}</a:tableStyleId>
              </a:tblPr>
              <a:tblGrid>
                <a:gridCol w="2428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3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Leadership Team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Dr. Fran Li</a:t>
                      </a:r>
                      <a:endParaRPr dirty="0"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Senior Advisor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Dr. Kevin Tomsovic, Dr. </a:t>
                      </a:r>
                      <a:r>
                        <a:rPr lang="en" dirty="0" err="1">
                          <a:solidFill>
                            <a:srgbClr val="0000FF"/>
                          </a:solidFill>
                        </a:rPr>
                        <a:t>Hantao</a:t>
                      </a: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 Cui, Dr. Xin Fang</a:t>
                      </a:r>
                      <a:endParaRPr dirty="0"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Core Development 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Dr. </a:t>
                      </a:r>
                      <a:r>
                        <a:rPr lang="en" dirty="0" err="1">
                          <a:solidFill>
                            <a:srgbClr val="0000FF"/>
                          </a:solidFill>
                        </a:rPr>
                        <a:t>Hantao</a:t>
                      </a: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 Cui, Dr. Xin Fang, Dr. Jinning Wang,</a:t>
                      </a:r>
                      <a:endParaRPr dirty="0">
                        <a:solidFill>
                          <a:srgbClr val="0000FF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Nicholas </a:t>
                      </a:r>
                      <a:r>
                        <a:rPr lang="en" dirty="0" err="1">
                          <a:solidFill>
                            <a:srgbClr val="0000FF"/>
                          </a:solidFill>
                        </a:rPr>
                        <a:t>Parsly</a:t>
                      </a: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, Nick West, Zack Malkmus, Junjie Yin, Matthew 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Cannavaro, Hank Lin, Jian Han, Dr. Chenchen Li</a:t>
                      </a:r>
                      <a:endParaRPr dirty="0"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98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Other Contributors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Dr. </a:t>
                      </a:r>
                      <a:r>
                        <a:rPr lang="en" dirty="0" err="1">
                          <a:solidFill>
                            <a:srgbClr val="0000FF"/>
                          </a:solidFill>
                        </a:rPr>
                        <a:t>Qiwei</a:t>
                      </a: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 Zhang, Dr. Buxin She, Dr. Hang Shuai</a:t>
                      </a:r>
                      <a:endParaRPr dirty="0"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/>
        </p:nvSpPr>
        <p:spPr>
          <a:xfrm>
            <a:off x="457200" y="509190"/>
            <a:ext cx="8229600" cy="4431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dirty="0">
                <a:solidFill>
                  <a:srgbClr val="262626"/>
                </a:solidFill>
              </a:rPr>
              <a:t>Community</a:t>
            </a:r>
            <a:endParaRPr sz="1600" dirty="0">
              <a:solidFill>
                <a:srgbClr val="262626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●"/>
            </a:pPr>
            <a:r>
              <a:rPr lang="en" sz="1600" dirty="0">
                <a:solidFill>
                  <a:srgbClr val="262626"/>
                </a:solidFill>
              </a:rPr>
              <a:t>Homepage: </a:t>
            </a:r>
            <a:r>
              <a:rPr lang="en" sz="1600" u="sng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https://ltb.curent.org/</a:t>
            </a:r>
            <a:endParaRPr sz="1600" dirty="0">
              <a:solidFill>
                <a:srgbClr val="262626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●"/>
            </a:pPr>
            <a:r>
              <a:rPr lang="en" sz="1600" dirty="0">
                <a:solidFill>
                  <a:srgbClr val="262626"/>
                </a:solidFill>
              </a:rPr>
              <a:t>LinkedIn: </a:t>
            </a:r>
            <a:r>
              <a:rPr lang="en" sz="1600" u="sng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https://www.linkedin.com/company/76122605</a:t>
            </a:r>
            <a:endParaRPr sz="1600" dirty="0">
              <a:solidFill>
                <a:srgbClr val="262626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●"/>
            </a:pPr>
            <a:r>
              <a:rPr lang="en" sz="1600" dirty="0">
                <a:solidFill>
                  <a:srgbClr val="262626"/>
                </a:solidFill>
              </a:rPr>
              <a:t>YouTube: </a:t>
            </a:r>
            <a:r>
              <a:rPr lang="en" sz="1600" u="sng" dirty="0">
                <a:solidFill>
                  <a:schemeClr val="accent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https://www.youtube.com/@curentltb</a:t>
            </a:r>
            <a:endParaRPr sz="1600" dirty="0">
              <a:solidFill>
                <a:srgbClr val="262626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●"/>
            </a:pPr>
            <a:r>
              <a:rPr lang="en" sz="1600" dirty="0">
                <a:solidFill>
                  <a:srgbClr val="262626"/>
                </a:solidFill>
              </a:rPr>
              <a:t>GitHub: </a:t>
            </a:r>
            <a:r>
              <a:rPr lang="en" sz="1600" u="sng" dirty="0">
                <a:solidFill>
                  <a:schemeClr val="accent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https://github.com/CURENT</a:t>
            </a:r>
            <a:endParaRPr sz="2000" b="1" dirty="0">
              <a:solidFill>
                <a:srgbClr val="26262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rgbClr val="262626"/>
              </a:solidFill>
            </a:endParaRPr>
          </a:p>
          <a:p>
            <a:r>
              <a:rPr lang="en-US" sz="2000" b="1" dirty="0">
                <a:solidFill>
                  <a:srgbClr val="262626"/>
                </a:solidFill>
              </a:rPr>
              <a:t>Administration:</a:t>
            </a:r>
          </a:p>
          <a:p>
            <a:pPr marL="457200" indent="-330200">
              <a:buClr>
                <a:srgbClr val="262626"/>
              </a:buClr>
              <a:buSzPts val="1600"/>
              <a:buFont typeface="Arial"/>
              <a:buChar char="●"/>
            </a:pPr>
            <a:r>
              <a:rPr lang="en-US" sz="1600" dirty="0">
                <a:solidFill>
                  <a:srgbClr val="262626"/>
                </a:solidFill>
              </a:rPr>
              <a:t>10/11-13 NAPS 2026 meeting</a:t>
            </a:r>
          </a:p>
          <a:p>
            <a:pPr marL="457200" indent="-330200">
              <a:buClr>
                <a:srgbClr val="262626"/>
              </a:buClr>
              <a:buSzPts val="1600"/>
              <a:buFont typeface="Arial"/>
              <a:buChar char="●"/>
            </a:pPr>
            <a:r>
              <a:rPr lang="en-US" sz="1600" dirty="0">
                <a:solidFill>
                  <a:srgbClr val="262626"/>
                </a:solidFill>
              </a:rPr>
              <a:t>10/21 NASA visit CURENT</a:t>
            </a:r>
            <a:endParaRPr sz="2000" dirty="0">
              <a:solidFill>
                <a:srgbClr val="262626"/>
              </a:solidFill>
            </a:endParaRPr>
          </a:p>
          <a:p>
            <a:pPr marL="457200" indent="-330200">
              <a:buClr>
                <a:srgbClr val="262626"/>
              </a:buClr>
              <a:buSzPts val="1600"/>
              <a:buFont typeface="Arial"/>
              <a:buChar char="●"/>
            </a:pPr>
            <a:endParaRPr lang="en" sz="1600" dirty="0">
              <a:solidFill>
                <a:srgbClr val="26262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dirty="0">
                <a:solidFill>
                  <a:srgbClr val="262626"/>
                </a:solidFill>
              </a:rPr>
              <a:t>Development</a:t>
            </a:r>
            <a:endParaRPr sz="1600" dirty="0">
              <a:solidFill>
                <a:srgbClr val="262626"/>
              </a:solidFill>
            </a:endParaRPr>
          </a:p>
          <a:p>
            <a:pPr marL="457200" indent="-330200">
              <a:buClr>
                <a:srgbClr val="262626"/>
              </a:buClr>
              <a:buSzPts val="1600"/>
              <a:buFont typeface="Arial"/>
              <a:buChar char="●"/>
            </a:pPr>
            <a:r>
              <a:rPr lang="en-US" sz="1600" dirty="0">
                <a:solidFill>
                  <a:srgbClr val="262626"/>
                </a:solidFill>
              </a:rPr>
              <a:t>LLM with LTB AMS</a:t>
            </a:r>
          </a:p>
          <a:p>
            <a:pPr marL="914400" lvl="2" indent="-330200">
              <a:buClr>
                <a:srgbClr val="262626"/>
              </a:buClr>
              <a:buSzPts val="16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62626"/>
                </a:solidFill>
              </a:rPr>
              <a:t>Configuration file update</a:t>
            </a:r>
          </a:p>
          <a:p>
            <a:pPr marL="914400" lvl="2" indent="-330200">
              <a:buClr>
                <a:srgbClr val="262626"/>
              </a:buClr>
              <a:buSzPts val="16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62626"/>
                </a:solidFill>
              </a:rPr>
              <a:t>Revise parameter classification</a:t>
            </a:r>
          </a:p>
          <a:p>
            <a:pPr marL="914400" lvl="2" indent="-330200">
              <a:buClr>
                <a:srgbClr val="262626"/>
              </a:buClr>
              <a:buSzPts val="16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62626"/>
                </a:solidFill>
              </a:rPr>
              <a:t>How to ensure the LLM executes </a:t>
            </a:r>
            <a:r>
              <a:rPr lang="en-US" sz="1600">
                <a:solidFill>
                  <a:srgbClr val="262626"/>
                </a:solidFill>
              </a:rPr>
              <a:t>prompt correctly?</a:t>
            </a:r>
            <a:endParaRPr lang="en-US" sz="1600" dirty="0">
              <a:solidFill>
                <a:srgbClr val="262626"/>
              </a:solidFill>
            </a:endParaRPr>
          </a:p>
          <a:p>
            <a:pPr marL="457200" indent="-330200">
              <a:buClr>
                <a:srgbClr val="262626"/>
              </a:buClr>
              <a:buSzPts val="1600"/>
              <a:buFont typeface="Arial"/>
              <a:buChar char="●"/>
            </a:pPr>
            <a:r>
              <a:rPr lang="en-US" sz="1600" dirty="0">
                <a:solidFill>
                  <a:srgbClr val="262626"/>
                </a:solidFill>
              </a:rPr>
              <a:t>LLM with LTB Andes</a:t>
            </a:r>
          </a:p>
        </p:txBody>
      </p:sp>
      <p:sp>
        <p:nvSpPr>
          <p:cNvPr id="149" name="Google Shape;149;p27"/>
          <p:cNvSpPr txBox="1">
            <a:spLocks noGrp="1"/>
          </p:cNvSpPr>
          <p:nvPr>
            <p:ph type="sldNum" idx="12"/>
          </p:nvPr>
        </p:nvSpPr>
        <p:spPr>
          <a:xfrm>
            <a:off x="7486650" y="485775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 </a:t>
            </a:r>
            <a:fld id="{00000000-1234-1234-1234-123412341234}" type="slidenum">
              <a:rPr lang="en">
                <a:latin typeface="Arial"/>
                <a:ea typeface="Arial"/>
                <a:cs typeface="Arial"/>
                <a:sym typeface="Arial"/>
              </a:rPr>
              <a:t>2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rPr lang="en">
                <a:solidFill>
                  <a:schemeClr val="accent1"/>
                </a:solidFill>
              </a:rPr>
              <a:t>1. Summary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C6E6A-85D4-D23B-453A-FB2F8B9A1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Revise the optimization problem formulation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B04635-E747-4C66-45D3-B87F45D1A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708660"/>
            <a:ext cx="8229600" cy="762693"/>
          </a:xfrm>
        </p:spPr>
        <p:txBody>
          <a:bodyPr>
            <a:normAutofit fontScale="40000" lnSpcReduction="20000"/>
          </a:bodyPr>
          <a:lstStyle/>
          <a:p>
            <a:pPr marL="76200" indent="0">
              <a:buNone/>
            </a:pPr>
            <a:r>
              <a:rPr dirty="0"/>
              <a:t>Terminal (CLI):</a:t>
            </a:r>
            <a:endParaRPr lang="en-US" dirty="0"/>
          </a:p>
          <a:p>
            <a:pPr marL="76200" indent="0">
              <a:buNone/>
            </a:pPr>
            <a:r>
              <a:rPr lang="en-US" dirty="0"/>
              <a:t>       Question 1: </a:t>
            </a:r>
            <a:r>
              <a:rPr dirty="0"/>
              <a:t>doubling a generator's cost weight</a:t>
            </a:r>
            <a:endParaRPr lang="en-US" dirty="0"/>
          </a:p>
          <a:p>
            <a:pPr marL="76200" indent="0">
              <a:buNone/>
            </a:pPr>
            <a:r>
              <a:rPr lang="en-US" dirty="0"/>
              <a:t> --&gt; Question 2 Replace PV_1 with an IBR with available power 1 </a:t>
            </a:r>
            <a:r>
              <a:rPr lang="en-US" dirty="0" err="1"/>
              <a:t>pu</a:t>
            </a:r>
            <a:r>
              <a:rPr lang="en-US" dirty="0"/>
              <a:t>, dispatch cost 1 dollar per </a:t>
            </a:r>
            <a:r>
              <a:rPr lang="en-US" dirty="0" err="1"/>
              <a:t>pu</a:t>
            </a:r>
            <a:r>
              <a:rPr lang="en-US" dirty="0"/>
              <a:t>, curtailment penalty 20 dollars per </a:t>
            </a:r>
            <a:r>
              <a:rPr lang="en-US" dirty="0" err="1"/>
              <a:t>pu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F418CD-8832-CE85-02B7-CCCC46DA5C4D}"/>
              </a:ext>
            </a:extLst>
          </p:cNvPr>
          <p:cNvSpPr/>
          <p:nvPr/>
        </p:nvSpPr>
        <p:spPr>
          <a:xfrm>
            <a:off x="4227022" y="2152996"/>
            <a:ext cx="689956" cy="4187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F9FB88-3B38-A9FE-8A6C-2C614996D85D}"/>
              </a:ext>
            </a:extLst>
          </p:cNvPr>
          <p:cNvSpPr/>
          <p:nvPr/>
        </p:nvSpPr>
        <p:spPr>
          <a:xfrm>
            <a:off x="5642957" y="2152995"/>
            <a:ext cx="1564178" cy="4187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Revised Problem Formulation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837C5B-4D80-EE5E-2FB7-345E9724B589}"/>
              </a:ext>
            </a:extLst>
          </p:cNvPr>
          <p:cNvSpPr/>
          <p:nvPr/>
        </p:nvSpPr>
        <p:spPr>
          <a:xfrm>
            <a:off x="7605738" y="2167959"/>
            <a:ext cx="1064265" cy="4187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AMS </a:t>
            </a:r>
            <a:r>
              <a:rPr lang="en-US" dirty="0">
                <a:highlight>
                  <a:srgbClr val="FFFF00"/>
                </a:highlight>
              </a:rPr>
              <a:t>(revised)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16A520-5641-F555-D85F-EF9FA255694D}"/>
              </a:ext>
            </a:extLst>
          </p:cNvPr>
          <p:cNvCxnSpPr>
            <a:stCxn id="3" idx="3"/>
            <a:endCxn id="6" idx="1"/>
          </p:cNvCxnSpPr>
          <p:nvPr/>
        </p:nvCxnSpPr>
        <p:spPr>
          <a:xfrm>
            <a:off x="4916978" y="2362373"/>
            <a:ext cx="72597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249065-2E51-C902-C840-1A07B7D46E30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7236722" y="2377337"/>
            <a:ext cx="36901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F68953D-9573-E578-BFCC-5A1B2D0281A3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5244353" y="2362373"/>
            <a:ext cx="0" cy="96583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7712D224-818B-7E55-47D6-AFD2E5C435D1}"/>
              </a:ext>
            </a:extLst>
          </p:cNvPr>
          <p:cNvSpPr/>
          <p:nvPr/>
        </p:nvSpPr>
        <p:spPr>
          <a:xfrm>
            <a:off x="4788742" y="3328209"/>
            <a:ext cx="911221" cy="4187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Config</a:t>
            </a:r>
          </a:p>
          <a:p>
            <a:pPr algn="ctr"/>
            <a:r>
              <a:rPr lang="en-US" dirty="0"/>
              <a:t>file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8996C6A5-004F-DCA8-629C-27657709300B}"/>
              </a:ext>
            </a:extLst>
          </p:cNvPr>
          <p:cNvSpPr/>
          <p:nvPr/>
        </p:nvSpPr>
        <p:spPr>
          <a:xfrm>
            <a:off x="5743115" y="3023356"/>
            <a:ext cx="290945" cy="1028460"/>
          </a:xfrm>
          <a:prstGeom prst="leftBrace">
            <a:avLst>
              <a:gd name="adj1" fmla="val 76762"/>
              <a:gd name="adj2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B14169-0529-DE49-8DE5-2B558556AFF7}"/>
              </a:ext>
            </a:extLst>
          </p:cNvPr>
          <p:cNvSpPr txBox="1"/>
          <p:nvPr/>
        </p:nvSpPr>
        <p:spPr>
          <a:xfrm>
            <a:off x="6063208" y="3020432"/>
            <a:ext cx="23839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optimization term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constraints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Revise certain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E20F4-285C-11B7-F8F8-6DC192E30479}"/>
              </a:ext>
            </a:extLst>
          </p:cNvPr>
          <p:cNvSpPr txBox="1"/>
          <p:nvPr/>
        </p:nvSpPr>
        <p:spPr>
          <a:xfrm>
            <a:off x="491677" y="1681604"/>
            <a:ext cx="32446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formulation_controls.json</a:t>
            </a:r>
            <a:endParaRPr lang="en-US" dirty="0"/>
          </a:p>
          <a:p>
            <a:r>
              <a:rPr lang="en-US" dirty="0"/>
              <a:t>├── version</a:t>
            </a:r>
          </a:p>
          <a:p>
            <a:r>
              <a:rPr lang="en-US" dirty="0"/>
              <a:t>├── </a:t>
            </a:r>
            <a:r>
              <a:rPr lang="en-US" dirty="0" err="1"/>
              <a:t>constraint_labels</a:t>
            </a:r>
            <a:endParaRPr lang="en-US" dirty="0"/>
          </a:p>
          <a:p>
            <a:r>
              <a:rPr lang="en-US" dirty="0"/>
              <a:t>├── </a:t>
            </a:r>
            <a:r>
              <a:rPr lang="en-US" dirty="0" err="1"/>
              <a:t>ramping_constraints</a:t>
            </a:r>
            <a:endParaRPr lang="en-US" dirty="0"/>
          </a:p>
          <a:p>
            <a:r>
              <a:rPr lang="en-US" dirty="0"/>
              <a:t>├── controls</a:t>
            </a:r>
          </a:p>
          <a:p>
            <a:r>
              <a:rPr lang="en-US" dirty="0"/>
              <a:t>│   ├── id / label / description</a:t>
            </a:r>
          </a:p>
          <a:p>
            <a:r>
              <a:rPr lang="en-US" dirty="0"/>
              <a:t>│   ├── enabled                    </a:t>
            </a:r>
          </a:p>
          <a:p>
            <a:r>
              <a:rPr lang="en-US" dirty="0"/>
              <a:t>│   ├── routines</a:t>
            </a:r>
          </a:p>
          <a:p>
            <a:r>
              <a:rPr lang="en-US" dirty="0"/>
              <a:t>│   ├── </a:t>
            </a:r>
            <a:r>
              <a:rPr lang="en-US" dirty="0" err="1"/>
              <a:t>requires_constraints</a:t>
            </a:r>
            <a:endParaRPr lang="en-US" dirty="0"/>
          </a:p>
          <a:p>
            <a:r>
              <a:rPr lang="en-US" dirty="0"/>
              <a:t>│   ├── parameters</a:t>
            </a:r>
          </a:p>
          <a:p>
            <a:r>
              <a:rPr lang="en-US" dirty="0"/>
              <a:t>│   └── </a:t>
            </a:r>
            <a:r>
              <a:rPr lang="en-US" dirty="0" err="1"/>
              <a:t>prompt_examples</a:t>
            </a:r>
            <a:endParaRPr lang="en-US" dirty="0"/>
          </a:p>
          <a:p>
            <a:r>
              <a:rPr lang="en-US" dirty="0"/>
              <a:t>└── </a:t>
            </a:r>
            <a:r>
              <a:rPr lang="en-US" dirty="0" err="1"/>
              <a:t>unsupported_message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529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DE9E7-3796-4DFE-A715-1652AF2C6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Hank’s PV curve 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62D239-EF96-400F-68D4-F7E8EA1DE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461" y="557466"/>
            <a:ext cx="7772400" cy="458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9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E8B0C-66ED-AFC5-8B6D-183923864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CE4BE-F93E-D63D-0599-FBB14B06B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Revise the optimization problem formulation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FFDA53-FBE2-3E85-B67A-DE158506B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708660"/>
            <a:ext cx="8229600" cy="330431"/>
          </a:xfrm>
        </p:spPr>
        <p:txBody>
          <a:bodyPr>
            <a:normAutofit fontScale="67500" lnSpcReduction="20000"/>
          </a:bodyPr>
          <a:lstStyle/>
          <a:p>
            <a:pPr marL="76200" indent="0">
              <a:buNone/>
            </a:pPr>
            <a:r>
              <a:rPr lang="en-US" dirty="0"/>
              <a:t>Web UI: the formulation the agent edits</a:t>
            </a:r>
            <a:endParaRPr dirty="0"/>
          </a:p>
        </p:txBody>
      </p:sp>
      <p:pic>
        <p:nvPicPr>
          <p:cNvPr id="5" name="Screen Recording 2026-09-28 at 9.40.56 AM">
            <a:hlinkClick r:id="" action="ppaction://media"/>
            <a:extLst>
              <a:ext uri="{FF2B5EF4-FFF2-40B4-BE49-F238E27FC236}">
                <a16:creationId xmlns:a16="http://schemas.microsoft.com/office/drawing/2014/main" id="{B191C330-5379-3589-D7C7-CB9FD083B46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52754" y="1008404"/>
            <a:ext cx="5832639" cy="378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3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18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92AE7-F17A-C218-247F-3F02B65B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E371-DD3E-277B-2EA3-B566C7C7B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Revise the optimization problem formulation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409A34C-BD28-47F8-AA24-962CE9F9B30F}"/>
              </a:ext>
            </a:extLst>
          </p:cNvPr>
          <p:cNvSpPr txBox="1">
            <a:spLocks/>
          </p:cNvSpPr>
          <p:nvPr/>
        </p:nvSpPr>
        <p:spPr>
          <a:xfrm>
            <a:off x="457200" y="485175"/>
            <a:ext cx="443899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7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1800" dirty="0">
                <a:solidFill>
                  <a:schemeClr val="tx1"/>
                </a:solidFill>
              </a:rPr>
              <a:t>Workflow: the new formulate route</a:t>
            </a:r>
          </a:p>
        </p:txBody>
      </p:sp>
      <p:pic>
        <p:nvPicPr>
          <p:cNvPr id="7" name="Picture 6" descr="workflow.png">
            <a:extLst>
              <a:ext uri="{FF2B5EF4-FFF2-40B4-BE49-F238E27FC236}">
                <a16:creationId xmlns:a16="http://schemas.microsoft.com/office/drawing/2014/main" id="{20CAB329-C8BC-C128-CE6E-6D3E73C1C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" y="914400"/>
            <a:ext cx="725424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888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F0DF7-6D25-4F9E-ABAB-0C73FC8BF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9116-8E95-3192-67BE-C583A83A6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How to verify or benchmark?</a:t>
            </a:r>
          </a:p>
        </p:txBody>
      </p:sp>
      <p:pic>
        <p:nvPicPr>
          <p:cNvPr id="3" name="Picture 2" descr="benchmark.png">
            <a:extLst>
              <a:ext uri="{FF2B5EF4-FFF2-40B4-BE49-F238E27FC236}">
                <a16:creationId xmlns:a16="http://schemas.microsoft.com/office/drawing/2014/main" id="{5AE73AEF-F9EA-3CBF-4F0A-FE2150822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" y="768096"/>
            <a:ext cx="6990080" cy="39319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0715F1-9134-5D1B-C652-071C8FFE7A71}"/>
              </a:ext>
            </a:extLst>
          </p:cNvPr>
          <p:cNvSpPr txBox="1"/>
          <p:nvPr/>
        </p:nvSpPr>
        <p:spPr>
          <a:xfrm>
            <a:off x="457200" y="690372"/>
            <a:ext cx="7452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Benchmark: 9 / 9 checks pass on PJM 5-bus</a:t>
            </a:r>
          </a:p>
        </p:txBody>
      </p:sp>
    </p:spTree>
    <p:extLst>
      <p:ext uri="{BB962C8B-B14F-4D97-AF65-F5344CB8AC3E}">
        <p14:creationId xmlns:p14="http://schemas.microsoft.com/office/powerpoint/2010/main" val="3662869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8219A-E47E-84E8-E5A4-95DC4B425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122E7-2D13-03DF-4909-19321442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How to verify or benchmark?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45C0573-6CF9-6E46-11F4-3C7F7786E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800100"/>
            <a:ext cx="8229600" cy="3829050"/>
          </a:xfrm>
        </p:spPr>
        <p:txBody>
          <a:bodyPr>
            <a:normAutofit/>
          </a:bodyPr>
          <a:lstStyle/>
          <a:p>
            <a:pPr lvl="0"/>
            <a:r>
              <a:rPr lang="en-US" sz="2000" b="1" dirty="0"/>
              <a:t>Layered verification:</a:t>
            </a:r>
            <a:r>
              <a:rPr lang="en-US" sz="2000" dirty="0"/>
              <a:t> Check user intent, formulation, implementation, and solution feasibility/optimality—not just solver success.</a:t>
            </a:r>
          </a:p>
          <a:p>
            <a:pPr lvl="0"/>
            <a:r>
              <a:rPr lang="en-US" sz="2000" b="1" dirty="0"/>
              <a:t>New benchmarks:</a:t>
            </a:r>
            <a:r>
              <a:rPr lang="en-US" sz="2000" dirty="0"/>
              <a:t> Combine expert-reviewed components, hand-solvable cases, and mathematical property tests (e.g., relaxing constraints cannot worsen the optimum).</a:t>
            </a:r>
          </a:p>
          <a:p>
            <a:pPr lvl="0"/>
            <a:r>
              <a:rPr lang="en-US" sz="2000" b="1" dirty="0"/>
              <a:t>Verifier evaluation:</a:t>
            </a:r>
            <a:r>
              <a:rPr lang="en-US" sz="2000" dirty="0"/>
              <a:t> Inject missing constraints, sign errors, and incorrect device mappings; supplement with cross-tool comparisons and expert review.</a:t>
            </a:r>
          </a:p>
        </p:txBody>
      </p:sp>
    </p:spTree>
    <p:extLst>
      <p:ext uri="{BB962C8B-B14F-4D97-AF65-F5344CB8AC3E}">
        <p14:creationId xmlns:p14="http://schemas.microsoft.com/office/powerpoint/2010/main" val="482012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D378-0D0D-EA54-3898-16841ABC7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Comparison with peer works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2232CB-2654-D3B3-8699-A7060161E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78" y="2726462"/>
            <a:ext cx="7772400" cy="20369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AC5ADE-80C5-238C-00DF-209D74ED4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78" y="1033575"/>
            <a:ext cx="6361981" cy="16928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1B5516-5B1C-205A-1629-05731C6DC2C6}"/>
              </a:ext>
            </a:extLst>
          </p:cNvPr>
          <p:cNvSpPr txBox="1"/>
          <p:nvPr/>
        </p:nvSpPr>
        <p:spPr>
          <a:xfrm>
            <a:off x="457200" y="677224"/>
            <a:ext cx="3105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US" b="1" i="0" dirty="0" err="1">
                <a:solidFill>
                  <a:srgbClr val="000000"/>
                </a:solidFill>
                <a:effectLst/>
                <a:latin typeface="Arial"/>
              </a:rPr>
              <a:t>PowerAgent</a:t>
            </a:r>
            <a:r>
              <a:rPr lang="en-US" b="1" i="0" dirty="0">
                <a:solidFill>
                  <a:srgbClr val="000000"/>
                </a:solidFill>
                <a:effectLst/>
                <a:latin typeface="Arial"/>
              </a:rPr>
              <a:t> – Harvard Dr. </a:t>
            </a:r>
            <a:r>
              <a:rPr lang="en-US" b="1" dirty="0"/>
              <a:t>Le Xie</a:t>
            </a:r>
            <a:endParaRPr lang="en-US" b="1" i="0" dirty="0">
              <a:solidFill>
                <a:srgbClr val="F8FAFC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829910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20F05-EA20-7820-AE7A-3B9A83955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04115-5EA6-DE00-FDE0-CE1AA526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Comparison with peer works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AB1167-D29C-0C58-5FAA-392142C95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78576"/>
            <a:ext cx="7772400" cy="3786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4C46E3-02CE-4AE1-3759-6AB22C388EEF}"/>
              </a:ext>
            </a:extLst>
          </p:cNvPr>
          <p:cNvSpPr txBox="1"/>
          <p:nvPr/>
        </p:nvSpPr>
        <p:spPr>
          <a:xfrm>
            <a:off x="1518248" y="4464924"/>
            <a:ext cx="66682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>
                <a:solidFill>
                  <a:srgbClr val="007900"/>
                </a:solidFill>
              </a:rPr>
              <a:t>PowerAgent</a:t>
            </a:r>
            <a:r>
              <a:rPr lang="en-US" b="1" dirty="0">
                <a:solidFill>
                  <a:srgbClr val="007900"/>
                </a:solidFill>
              </a:rPr>
              <a:t> emphasizes broad software-level integration, while LLM_AMS targets deeper interaction with optimization formulations.</a:t>
            </a:r>
            <a:endParaRPr lang="en-US" dirty="0">
              <a:solidFill>
                <a:srgbClr val="007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298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2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Acknowledgements</a:t>
            </a:r>
            <a:endParaRPr dirty="0"/>
          </a:p>
        </p:txBody>
      </p:sp>
      <p:pic>
        <p:nvPicPr>
          <p:cNvPr id="156" name="Google Shape;1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9505" y="4281320"/>
            <a:ext cx="624178" cy="62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0091" y="4288942"/>
            <a:ext cx="621179" cy="621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0283" y="2962015"/>
            <a:ext cx="2431375" cy="4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49506" y="2408676"/>
            <a:ext cx="2522494" cy="4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89196" y="2358685"/>
            <a:ext cx="598856" cy="48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18997" y="3614946"/>
            <a:ext cx="2834755" cy="4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17790" y="2395058"/>
            <a:ext cx="1923300" cy="550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517991" y="3013385"/>
            <a:ext cx="2627679" cy="4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17499" y="3552521"/>
            <a:ext cx="1155152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98330" y="2923721"/>
            <a:ext cx="2102351" cy="6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786880" y="2405526"/>
            <a:ext cx="1923294" cy="4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8"/>
          <p:cNvPicPr preferRelativeResize="0"/>
          <p:nvPr/>
        </p:nvPicPr>
        <p:blipFill>
          <a:blip r:embed="rId14">
            <a:alphaModFix/>
          </a:blip>
          <a:srcRect r="53862"/>
          <a:stretch>
            <a:fillRect/>
          </a:stretch>
        </p:blipFill>
        <p:spPr>
          <a:xfrm>
            <a:off x="3836375" y="1406955"/>
            <a:ext cx="1843065" cy="6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381266" y="784756"/>
            <a:ext cx="2130764" cy="4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8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662494" y="733057"/>
            <a:ext cx="2419206" cy="598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8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778959" y="1500561"/>
            <a:ext cx="1941824" cy="482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80C24843-2C7B-DF07-37E0-96C3427D4E0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50814" y="1500561"/>
            <a:ext cx="2130764" cy="423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4FFC40-DBBC-2202-0402-473FCD72DAE4}"/>
              </a:ext>
            </a:extLst>
          </p:cNvPr>
          <p:cNvSpPr txBox="1"/>
          <p:nvPr/>
        </p:nvSpPr>
        <p:spPr>
          <a:xfrm>
            <a:off x="457200" y="640146"/>
            <a:ext cx="1208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Contributors: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D57C4D-581A-B145-94DD-2D155324A995}"/>
              </a:ext>
            </a:extLst>
          </p:cNvPr>
          <p:cNvSpPr txBox="1"/>
          <p:nvPr/>
        </p:nvSpPr>
        <p:spPr>
          <a:xfrm>
            <a:off x="355600" y="4170047"/>
            <a:ext cx="1787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/>
              <a:t>Acknowledgements: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5C6C33-9838-6CBA-DF4A-782530EA6DC3}"/>
              </a:ext>
            </a:extLst>
          </p:cNvPr>
          <p:cNvSpPr txBox="1"/>
          <p:nvPr/>
        </p:nvSpPr>
        <p:spPr>
          <a:xfrm>
            <a:off x="457200" y="2021973"/>
            <a:ext cx="731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Users: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798C38A-E554-433B-BE05-51F325B5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"/>
            <a:ext cx="8096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08000"/>
                </a:solidFill>
              </a:defRPr>
            </a:defPPr>
            <a:lvl1pPr algn="l">
              <a:defRPr sz="2550" b="1">
                <a:solidFill>
                  <a:srgbClr val="008000"/>
                </a:solidFill>
              </a:defRPr>
            </a:lvl1pPr>
            <a:lvl2pPr algn="l">
              <a:defRPr sz="2550" b="1">
                <a:solidFill>
                  <a:srgbClr val="008000"/>
                </a:solidFill>
              </a:defRPr>
            </a:lvl2pPr>
            <a:lvl3pPr algn="l">
              <a:defRPr sz="2550" b="1">
                <a:solidFill>
                  <a:srgbClr val="008000"/>
                </a:solidFill>
              </a:defRPr>
            </a:lvl3pPr>
            <a:lvl4pPr algn="l">
              <a:defRPr sz="2550" b="1">
                <a:solidFill>
                  <a:srgbClr val="008000"/>
                </a:solidFill>
              </a:defRPr>
            </a:lvl4pPr>
            <a:lvl5pPr algn="l">
              <a:defRPr sz="2550" b="1">
                <a:solidFill>
                  <a:srgbClr val="008000"/>
                </a:solidFill>
              </a:defRPr>
            </a:lvl5pPr>
            <a:lvl6pPr algn="l">
              <a:defRPr sz="2550" b="1">
                <a:solidFill>
                  <a:srgbClr val="008000"/>
                </a:solidFill>
              </a:defRPr>
            </a:lvl6pPr>
            <a:lvl7pPr algn="l">
              <a:defRPr sz="2550" b="1">
                <a:solidFill>
                  <a:srgbClr val="008000"/>
                </a:solidFill>
              </a:defRPr>
            </a:lvl7pPr>
            <a:lvl8pPr algn="l">
              <a:defRPr sz="2550" b="1">
                <a:solidFill>
                  <a:srgbClr val="008000"/>
                </a:solidFill>
              </a:defRPr>
            </a:lvl8pPr>
            <a:lvl9pPr algn="l">
              <a:defRPr sz="2550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8000"/>
                </a:solidFill>
              </a:defRPr>
            </a:pPr>
            <a:r>
              <a:rPr sz="2550" b="1">
                <a:solidFill>
                  <a:srgbClr val="008000"/>
                </a:solidFill>
              </a:rPr>
              <a:t>Configuration file update</a:t>
            </a:r>
          </a:p>
        </p:txBody>
      </p:sp>
      <p:sp>
        <p:nvSpPr>
          <p:cNvPr id="2" name="Title rule">
            <a:extLst xmlns:a="http://schemas.openxmlformats.org/drawingml/2006/main">
              <a:ext uri="{FF2B5EF4-FFF2-40B4-BE49-F238E27FC236}">
                <a16:creationId xmlns:a16="http://schemas.microsoft.com/office/drawing/2014/main" id="{799A8316-6EF2-4F9F-AFAC-0DC032C9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 rule">
            <a:extLst xmlns:a="http://schemas.openxmlformats.org/drawingml/2006/main">
              <a:ext uri="{FF2B5EF4-FFF2-40B4-BE49-F238E27FC236}">
                <a16:creationId xmlns:a16="http://schemas.microsoft.com/office/drawing/2014/main" id="{31E527C2-B6C0-492B-A499-8AC9F5B6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85BA0-3E51-4BD0-A78B-0923D203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29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Monthly Meeting  ·  10/26/2026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B16EC-D552-4886-AF04-03BF73D9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291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09BE6-2040-4DDF-877E-A54F7D02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2475"/>
            <a:ext cx="8048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B6266"/>
                </a:solidFill>
              </a:defRPr>
            </a:defPPr>
            <a:lvl1pPr algn="l">
              <a:defRPr sz="1275" b="0">
                <a:solidFill>
                  <a:srgbClr val="5B6266"/>
                </a:solidFill>
              </a:defRPr>
            </a:lvl1pPr>
            <a:lvl2pPr algn="l">
              <a:defRPr sz="1275" b="0">
                <a:solidFill>
                  <a:srgbClr val="5B6266"/>
                </a:solidFill>
              </a:defRPr>
            </a:lvl2pPr>
            <a:lvl3pPr algn="l">
              <a:defRPr sz="1275" b="0">
                <a:solidFill>
                  <a:srgbClr val="5B6266"/>
                </a:solidFill>
              </a:defRPr>
            </a:lvl3pPr>
            <a:lvl4pPr algn="l">
              <a:defRPr sz="1275" b="0">
                <a:solidFill>
                  <a:srgbClr val="5B6266"/>
                </a:solidFill>
              </a:defRPr>
            </a:lvl4pPr>
            <a:lvl5pPr algn="l">
              <a:defRPr sz="1275" b="0">
                <a:solidFill>
                  <a:srgbClr val="5B6266"/>
                </a:solidFill>
              </a:defRPr>
            </a:lvl5pPr>
            <a:lvl6pPr algn="l">
              <a:defRPr sz="1275" b="0">
                <a:solidFill>
                  <a:srgbClr val="5B6266"/>
                </a:solidFill>
              </a:defRPr>
            </a:lvl6pPr>
            <a:lvl7pPr algn="l">
              <a:defRPr sz="1275" b="0">
                <a:solidFill>
                  <a:srgbClr val="5B6266"/>
                </a:solidFill>
              </a:defRPr>
            </a:lvl7pPr>
            <a:lvl8pPr algn="l">
              <a:defRPr sz="1275" b="0">
                <a:solidFill>
                  <a:srgbClr val="5B6266"/>
                </a:solidFill>
              </a:defRPr>
            </a:lvl8pPr>
            <a:lvl9pPr algn="l">
              <a:defRPr sz="1275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B6266"/>
                </a:solidFill>
              </a:defRPr>
            </a:pPr>
            <a:r>
              <a:rPr sz="1275" b="0">
                <a:solidFill>
                  <a:srgbClr val="5B6266"/>
                </a:solidFill>
              </a:rPr>
              <a:t>A reviewed catalog can describe model edits; the compiler applies only declared templates.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75517-76E4-4191-8ADC-CDB65599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3619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08000"/>
                </a:solidFill>
              </a:defRPr>
            </a:defPPr>
            <a:lvl1pPr algn="l">
              <a:defRPr sz="975" b="1">
                <a:solidFill>
                  <a:srgbClr val="008000"/>
                </a:solidFill>
              </a:defRPr>
            </a:lvl1pPr>
            <a:lvl2pPr algn="l">
              <a:defRPr sz="975" b="1">
                <a:solidFill>
                  <a:srgbClr val="008000"/>
                </a:solidFill>
              </a:defRPr>
            </a:lvl2pPr>
            <a:lvl3pPr algn="l">
              <a:defRPr sz="975" b="1">
                <a:solidFill>
                  <a:srgbClr val="008000"/>
                </a:solidFill>
              </a:defRPr>
            </a:lvl3pPr>
            <a:lvl4pPr algn="l">
              <a:defRPr sz="975" b="1">
                <a:solidFill>
                  <a:srgbClr val="008000"/>
                </a:solidFill>
              </a:defRPr>
            </a:lvl4pPr>
            <a:lvl5pPr algn="l">
              <a:defRPr sz="975" b="1">
                <a:solidFill>
                  <a:srgbClr val="008000"/>
                </a:solidFill>
              </a:defRPr>
            </a:lvl5pPr>
            <a:lvl6pPr algn="l">
              <a:defRPr sz="975" b="1">
                <a:solidFill>
                  <a:srgbClr val="008000"/>
                </a:solidFill>
              </a:defRPr>
            </a:lvl6pPr>
            <a:lvl7pPr algn="l">
              <a:defRPr sz="975" b="1">
                <a:solidFill>
                  <a:srgbClr val="008000"/>
                </a:solidFill>
              </a:defRPr>
            </a:lvl7pPr>
            <a:lvl8pPr algn="l">
              <a:defRPr sz="975" b="1">
                <a:solidFill>
                  <a:srgbClr val="008000"/>
                </a:solidFill>
              </a:defRPr>
            </a:lvl8pPr>
            <a:lvl9pPr algn="l">
              <a:defRPr sz="975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08000"/>
                </a:solidFill>
              </a:defRPr>
            </a:pPr>
            <a:r>
              <a:rPr sz="975" b="1">
                <a:solidFill>
                  <a:srgbClr val="008000"/>
                </a:solidFill>
              </a:rPr>
              <a:t>FORMULATION CONTROL SPEC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CBCEE-F159-46FA-B439-C19D64C4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36766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1F7F1"/>
          </a:solidFill>
          <a:ln xmlns:a="http://schemas.openxmlformats.org/drawingml/2006/main" w="14288">
            <a:solidFill>
              <a:srgbClr val="A8C9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59B44-A873-43B2-B1CC-0323AAE9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3381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control_id · operation_kind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6CFC7-708B-44B6-9CA3-C423EF37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scenario  |  formulation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CB1E7-19B3-4EF1-B3C4-CF49BDC4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36766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7204D-82D2-4626-985D-8210E2F8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3381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routines · target_scope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0BC505-BE5A-44C6-A818-1DCEB618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DCOPF / ED / UC / ACOPF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F9D9B-4CFB-431A-852A-6830CDFA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36766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68674-6A30-4F1B-8D1D-E60D5B0E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81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variables · objective_terms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CA5EA-472A-4699-9592-DE20E74D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what the template adds or changes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8BD23B-5591-49AB-BB0F-9ABA840B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36766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B2DA1-2018-4619-8769-A8704617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3381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constraint_templates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592FAB-7C10-48D7-AE93-5F651269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named, versioned, reviewed blocks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701178-AA9E-430F-A09E-39513B6A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36766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455320-127C-4B2E-B079-3048A332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3381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parameters · bounds · units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C5FE66-6893-4937-BAA8-883B99D3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typed values with validation 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4E87F5-614D-4BDF-A6A7-6BD00FFC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43325"/>
            <a:ext cx="36766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996672-AC13-478C-84DA-7F1CDD32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3381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preconditions · conflicts · reset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66A0B1-FAF3-4A78-AFCB-4C2E0EBE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safe composition and recovery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47726F-F17B-47A2-8F02-0BA6FA67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143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08000"/>
                </a:solidFill>
              </a:defRPr>
            </a:defPPr>
            <a:lvl1pPr algn="l">
              <a:defRPr sz="975" b="1">
                <a:solidFill>
                  <a:srgbClr val="008000"/>
                </a:solidFill>
              </a:defRPr>
            </a:lvl1pPr>
            <a:lvl2pPr algn="l">
              <a:defRPr sz="975" b="1">
                <a:solidFill>
                  <a:srgbClr val="008000"/>
                </a:solidFill>
              </a:defRPr>
            </a:lvl2pPr>
            <a:lvl3pPr algn="l">
              <a:defRPr sz="975" b="1">
                <a:solidFill>
                  <a:srgbClr val="008000"/>
                </a:solidFill>
              </a:defRPr>
            </a:lvl3pPr>
            <a:lvl4pPr algn="l">
              <a:defRPr sz="975" b="1">
                <a:solidFill>
                  <a:srgbClr val="008000"/>
                </a:solidFill>
              </a:defRPr>
            </a:lvl4pPr>
            <a:lvl5pPr algn="l">
              <a:defRPr sz="975" b="1">
                <a:solidFill>
                  <a:srgbClr val="008000"/>
                </a:solidFill>
              </a:defRPr>
            </a:lvl5pPr>
            <a:lvl6pPr algn="l">
              <a:defRPr sz="975" b="1">
                <a:solidFill>
                  <a:srgbClr val="008000"/>
                </a:solidFill>
              </a:defRPr>
            </a:lvl6pPr>
            <a:lvl7pPr algn="l">
              <a:defRPr sz="975" b="1">
                <a:solidFill>
                  <a:srgbClr val="008000"/>
                </a:solidFill>
              </a:defRPr>
            </a:lvl7pPr>
            <a:lvl8pPr algn="l">
              <a:defRPr sz="975" b="1">
                <a:solidFill>
                  <a:srgbClr val="008000"/>
                </a:solidFill>
              </a:defRPr>
            </a:lvl8pPr>
            <a:lvl9pPr algn="l">
              <a:defRPr sz="975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08000"/>
                </a:solidFill>
              </a:defRPr>
            </a:pPr>
            <a:r>
              <a:rPr sz="975" b="1">
                <a:solidFill>
                  <a:srgbClr val="008000"/>
                </a:solidFill>
              </a:rPr>
              <a:t>DECLARATION → MODEL CHANGE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02FECC-1840-471B-96AF-CD923D8D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1066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7F1"/>
          </a:solidFill>
          <a:ln xmlns:a="http://schemas.openxmlformats.org/drawingml/2006/main" w="14288">
            <a:solidFill>
              <a:srgbClr val="85B78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3B1B74-C2B7-43CD-B0AA-3173BEDA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335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7343A"/>
                </a:solidFill>
              </a:defRPr>
            </a:defPPr>
            <a:lvl1pPr algn="ctr">
              <a:defRPr sz="1350" b="1">
                <a:solidFill>
                  <a:srgbClr val="27343A"/>
                </a:solidFill>
              </a:defRPr>
            </a:lvl1pPr>
            <a:lvl2pPr algn="ctr">
              <a:defRPr sz="1350" b="1">
                <a:solidFill>
                  <a:srgbClr val="27343A"/>
                </a:solidFill>
              </a:defRPr>
            </a:lvl2pPr>
            <a:lvl3pPr algn="ctr">
              <a:defRPr sz="1350" b="1">
                <a:solidFill>
                  <a:srgbClr val="27343A"/>
                </a:solidFill>
              </a:defRPr>
            </a:lvl3pPr>
            <a:lvl4pPr algn="ctr">
              <a:defRPr sz="1350" b="1">
                <a:solidFill>
                  <a:srgbClr val="27343A"/>
                </a:solidFill>
              </a:defRPr>
            </a:lvl4pPr>
            <a:lvl5pPr algn="ctr">
              <a:defRPr sz="1350" b="1">
                <a:solidFill>
                  <a:srgbClr val="27343A"/>
                </a:solidFill>
              </a:defRPr>
            </a:lvl5pPr>
            <a:lvl6pPr algn="ctr">
              <a:defRPr sz="1350" b="1">
                <a:solidFill>
                  <a:srgbClr val="27343A"/>
                </a:solidFill>
              </a:defRPr>
            </a:lvl6pPr>
            <a:lvl7pPr algn="ctr">
              <a:defRPr sz="1350" b="1">
                <a:solidFill>
                  <a:srgbClr val="27343A"/>
                </a:solidFill>
              </a:defRPr>
            </a:lvl7pPr>
            <a:lvl8pPr algn="ctr">
              <a:defRPr sz="1350" b="1">
                <a:solidFill>
                  <a:srgbClr val="27343A"/>
                </a:solidFill>
              </a:defRPr>
            </a:lvl8pPr>
            <a:lvl9pPr algn="ctr">
              <a:defRPr sz="135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7343A"/>
                </a:solidFill>
              </a:defRPr>
            </a:pPr>
            <a:r>
              <a:rPr sz="1350" b="1">
                <a:solidFill>
                  <a:srgbClr val="27343A"/>
                </a:solidFill>
              </a:rPr>
              <a:t>Config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3FDCFE-9D38-4E83-B789-660BD74C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257425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5B6266"/>
                </a:solidFill>
              </a:defRPr>
            </a:defPPr>
            <a:lvl1pPr algn="ctr">
              <a:defRPr sz="975" b="0">
                <a:solidFill>
                  <a:srgbClr val="5B6266"/>
                </a:solidFill>
              </a:defRPr>
            </a:lvl1pPr>
            <a:lvl2pPr algn="ctr">
              <a:defRPr sz="975" b="0">
                <a:solidFill>
                  <a:srgbClr val="5B6266"/>
                </a:solidFill>
              </a:defRPr>
            </a:lvl2pPr>
            <a:lvl3pPr algn="ctr">
              <a:defRPr sz="975" b="0">
                <a:solidFill>
                  <a:srgbClr val="5B6266"/>
                </a:solidFill>
              </a:defRPr>
            </a:lvl3pPr>
            <a:lvl4pPr algn="ctr">
              <a:defRPr sz="975" b="0">
                <a:solidFill>
                  <a:srgbClr val="5B6266"/>
                </a:solidFill>
              </a:defRPr>
            </a:lvl4pPr>
            <a:lvl5pPr algn="ctr">
              <a:defRPr sz="975" b="0">
                <a:solidFill>
                  <a:srgbClr val="5B6266"/>
                </a:solidFill>
              </a:defRPr>
            </a:lvl5pPr>
            <a:lvl6pPr algn="ctr">
              <a:defRPr sz="975" b="0">
                <a:solidFill>
                  <a:srgbClr val="5B6266"/>
                </a:solidFill>
              </a:defRPr>
            </a:lvl6pPr>
            <a:lvl7pPr algn="ctr">
              <a:defRPr sz="975" b="0">
                <a:solidFill>
                  <a:srgbClr val="5B6266"/>
                </a:solidFill>
              </a:defRPr>
            </a:lvl7pPr>
            <a:lvl8pPr algn="ctr">
              <a:defRPr sz="975" b="0">
                <a:solidFill>
                  <a:srgbClr val="5B6266"/>
                </a:solidFill>
              </a:defRPr>
            </a:lvl8pPr>
            <a:lvl9pPr algn="ctr">
              <a:defRPr sz="975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reviewed</a:t>
            </a:r>
          </a:p>
          <a:p xmlns:a="http://schemas.openxmlformats.org/drawingml/2006/main"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template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688495-8A14-48B6-AF55-EEFFBB0B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1104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14288">
            <a:solidFill>
              <a:srgbClr val="7B9AA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16A02C-6812-477C-B366-F3D7B72E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335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7343A"/>
                </a:solidFill>
              </a:defRPr>
            </a:defPPr>
            <a:lvl1pPr algn="ctr">
              <a:defRPr sz="1350" b="1">
                <a:solidFill>
                  <a:srgbClr val="27343A"/>
                </a:solidFill>
              </a:defRPr>
            </a:lvl1pPr>
            <a:lvl2pPr algn="ctr">
              <a:defRPr sz="1350" b="1">
                <a:solidFill>
                  <a:srgbClr val="27343A"/>
                </a:solidFill>
              </a:defRPr>
            </a:lvl2pPr>
            <a:lvl3pPr algn="ctr">
              <a:defRPr sz="1350" b="1">
                <a:solidFill>
                  <a:srgbClr val="27343A"/>
                </a:solidFill>
              </a:defRPr>
            </a:lvl3pPr>
            <a:lvl4pPr algn="ctr">
              <a:defRPr sz="1350" b="1">
                <a:solidFill>
                  <a:srgbClr val="27343A"/>
                </a:solidFill>
              </a:defRPr>
            </a:lvl4pPr>
            <a:lvl5pPr algn="ctr">
              <a:defRPr sz="1350" b="1">
                <a:solidFill>
                  <a:srgbClr val="27343A"/>
                </a:solidFill>
              </a:defRPr>
            </a:lvl5pPr>
            <a:lvl6pPr algn="ctr">
              <a:defRPr sz="1350" b="1">
                <a:solidFill>
                  <a:srgbClr val="27343A"/>
                </a:solidFill>
              </a:defRPr>
            </a:lvl6pPr>
            <a:lvl7pPr algn="ctr">
              <a:defRPr sz="1350" b="1">
                <a:solidFill>
                  <a:srgbClr val="27343A"/>
                </a:solidFill>
              </a:defRPr>
            </a:lvl7pPr>
            <a:lvl8pPr algn="ctr">
              <a:defRPr sz="1350" b="1">
                <a:solidFill>
                  <a:srgbClr val="27343A"/>
                </a:solidFill>
              </a:defRPr>
            </a:lvl8pPr>
            <a:lvl9pPr algn="ctr">
              <a:defRPr sz="135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7343A"/>
                </a:solidFill>
              </a:defRPr>
            </a:pPr>
            <a:r>
              <a:rPr sz="1350" b="1">
                <a:solidFill>
                  <a:srgbClr val="27343A"/>
                </a:solidFill>
              </a:rPr>
              <a:t>Validate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4CCB01-3134-4D5B-B7BE-2ACAD1D2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25742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5B6266"/>
                </a:solidFill>
              </a:defRPr>
            </a:defPPr>
            <a:lvl1pPr algn="ctr">
              <a:defRPr sz="975" b="0">
                <a:solidFill>
                  <a:srgbClr val="5B6266"/>
                </a:solidFill>
              </a:defRPr>
            </a:lvl1pPr>
            <a:lvl2pPr algn="ctr">
              <a:defRPr sz="975" b="0">
                <a:solidFill>
                  <a:srgbClr val="5B6266"/>
                </a:solidFill>
              </a:defRPr>
            </a:lvl2pPr>
            <a:lvl3pPr algn="ctr">
              <a:defRPr sz="975" b="0">
                <a:solidFill>
                  <a:srgbClr val="5B6266"/>
                </a:solidFill>
              </a:defRPr>
            </a:lvl3pPr>
            <a:lvl4pPr algn="ctr">
              <a:defRPr sz="975" b="0">
                <a:solidFill>
                  <a:srgbClr val="5B6266"/>
                </a:solidFill>
              </a:defRPr>
            </a:lvl4pPr>
            <a:lvl5pPr algn="ctr">
              <a:defRPr sz="975" b="0">
                <a:solidFill>
                  <a:srgbClr val="5B6266"/>
                </a:solidFill>
              </a:defRPr>
            </a:lvl5pPr>
            <a:lvl6pPr algn="ctr">
              <a:defRPr sz="975" b="0">
                <a:solidFill>
                  <a:srgbClr val="5B6266"/>
                </a:solidFill>
              </a:defRPr>
            </a:lvl6pPr>
            <a:lvl7pPr algn="ctr">
              <a:defRPr sz="975" b="0">
                <a:solidFill>
                  <a:srgbClr val="5B6266"/>
                </a:solidFill>
              </a:defRPr>
            </a:lvl7pPr>
            <a:lvl8pPr algn="ctr">
              <a:defRPr sz="975" b="0">
                <a:solidFill>
                  <a:srgbClr val="5B6266"/>
                </a:solidFill>
              </a:defRPr>
            </a:lvl8pPr>
            <a:lvl9pPr algn="ctr">
              <a:defRPr sz="975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routine · types</a:t>
            </a:r>
          </a:p>
          <a:p xmlns:a="http://schemas.openxmlformats.org/drawingml/2006/main"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bounds · conflicts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BC51D4-A984-4200-8C34-D891CFA3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133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4288">
            <a:solidFill>
              <a:srgbClr val="E7A36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F9A047-C671-4187-865A-03F99690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33575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7343A"/>
                </a:solidFill>
              </a:defRPr>
            </a:defPPr>
            <a:lvl1pPr algn="ctr">
              <a:defRPr sz="1350" b="1">
                <a:solidFill>
                  <a:srgbClr val="27343A"/>
                </a:solidFill>
              </a:defRPr>
            </a:lvl1pPr>
            <a:lvl2pPr algn="ctr">
              <a:defRPr sz="1350" b="1">
                <a:solidFill>
                  <a:srgbClr val="27343A"/>
                </a:solidFill>
              </a:defRPr>
            </a:lvl2pPr>
            <a:lvl3pPr algn="ctr">
              <a:defRPr sz="1350" b="1">
                <a:solidFill>
                  <a:srgbClr val="27343A"/>
                </a:solidFill>
              </a:defRPr>
            </a:lvl3pPr>
            <a:lvl4pPr algn="ctr">
              <a:defRPr sz="1350" b="1">
                <a:solidFill>
                  <a:srgbClr val="27343A"/>
                </a:solidFill>
              </a:defRPr>
            </a:lvl4pPr>
            <a:lvl5pPr algn="ctr">
              <a:defRPr sz="1350" b="1">
                <a:solidFill>
                  <a:srgbClr val="27343A"/>
                </a:solidFill>
              </a:defRPr>
            </a:lvl5pPr>
            <a:lvl6pPr algn="ctr">
              <a:defRPr sz="1350" b="1">
                <a:solidFill>
                  <a:srgbClr val="27343A"/>
                </a:solidFill>
              </a:defRPr>
            </a:lvl6pPr>
            <a:lvl7pPr algn="ctr">
              <a:defRPr sz="1350" b="1">
                <a:solidFill>
                  <a:srgbClr val="27343A"/>
                </a:solidFill>
              </a:defRPr>
            </a:lvl7pPr>
            <a:lvl8pPr algn="ctr">
              <a:defRPr sz="1350" b="1">
                <a:solidFill>
                  <a:srgbClr val="27343A"/>
                </a:solidFill>
              </a:defRPr>
            </a:lvl8pPr>
            <a:lvl9pPr algn="ctr">
              <a:defRPr sz="135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7343A"/>
                </a:solidFill>
              </a:defRPr>
            </a:pPr>
            <a:r>
              <a:rPr sz="1350" b="1">
                <a:solidFill>
                  <a:srgbClr val="27343A"/>
                </a:solidFill>
              </a:rPr>
              <a:t>Compile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765FB5-74BD-460A-BDDE-549F8500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257425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5B6266"/>
                </a:solidFill>
              </a:defRPr>
            </a:defPPr>
            <a:lvl1pPr algn="ctr">
              <a:defRPr sz="975" b="0">
                <a:solidFill>
                  <a:srgbClr val="5B6266"/>
                </a:solidFill>
              </a:defRPr>
            </a:lvl1pPr>
            <a:lvl2pPr algn="ctr">
              <a:defRPr sz="975" b="0">
                <a:solidFill>
                  <a:srgbClr val="5B6266"/>
                </a:solidFill>
              </a:defRPr>
            </a:lvl2pPr>
            <a:lvl3pPr algn="ctr">
              <a:defRPr sz="975" b="0">
                <a:solidFill>
                  <a:srgbClr val="5B6266"/>
                </a:solidFill>
              </a:defRPr>
            </a:lvl3pPr>
            <a:lvl4pPr algn="ctr">
              <a:defRPr sz="975" b="0">
                <a:solidFill>
                  <a:srgbClr val="5B6266"/>
                </a:solidFill>
              </a:defRPr>
            </a:lvl4pPr>
            <a:lvl5pPr algn="ctr">
              <a:defRPr sz="975" b="0">
                <a:solidFill>
                  <a:srgbClr val="5B6266"/>
                </a:solidFill>
              </a:defRPr>
            </a:lvl5pPr>
            <a:lvl6pPr algn="ctr">
              <a:defRPr sz="975" b="0">
                <a:solidFill>
                  <a:srgbClr val="5B6266"/>
                </a:solidFill>
              </a:defRPr>
            </a:lvl6pPr>
            <a:lvl7pPr algn="ctr">
              <a:defRPr sz="975" b="0">
                <a:solidFill>
                  <a:srgbClr val="5B6266"/>
                </a:solidFill>
              </a:defRPr>
            </a:lvl7pPr>
            <a:lvl8pPr algn="ctr">
              <a:defRPr sz="975" b="0">
                <a:solidFill>
                  <a:srgbClr val="5B6266"/>
                </a:solidFill>
              </a:defRPr>
            </a:lvl8pPr>
            <a:lvl9pPr algn="ctr">
              <a:defRPr sz="975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AMS model</a:t>
            </a:r>
          </a:p>
          <a:p xmlns:a="http://schemas.openxmlformats.org/drawingml/2006/main"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operations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38D612-0A45-44E1-9C52-1216E77A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24075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008000"/>
                </a:solidFill>
              </a:defRPr>
            </a:defPPr>
            <a:lvl1pPr algn="ctr">
              <a:defRPr sz="1950" b="1">
                <a:solidFill>
                  <a:srgbClr val="008000"/>
                </a:solidFill>
              </a:defRPr>
            </a:lvl1pPr>
            <a:lvl2pPr algn="ctr">
              <a:defRPr sz="1950" b="1">
                <a:solidFill>
                  <a:srgbClr val="008000"/>
                </a:solidFill>
              </a:defRPr>
            </a:lvl2pPr>
            <a:lvl3pPr algn="ctr">
              <a:defRPr sz="1950" b="1">
                <a:solidFill>
                  <a:srgbClr val="008000"/>
                </a:solidFill>
              </a:defRPr>
            </a:lvl3pPr>
            <a:lvl4pPr algn="ctr">
              <a:defRPr sz="1950" b="1">
                <a:solidFill>
                  <a:srgbClr val="008000"/>
                </a:solidFill>
              </a:defRPr>
            </a:lvl4pPr>
            <a:lvl5pPr algn="ctr">
              <a:defRPr sz="1950" b="1">
                <a:solidFill>
                  <a:srgbClr val="008000"/>
                </a:solidFill>
              </a:defRPr>
            </a:lvl5pPr>
            <a:lvl6pPr algn="ctr">
              <a:defRPr sz="1950" b="1">
                <a:solidFill>
                  <a:srgbClr val="008000"/>
                </a:solidFill>
              </a:defRPr>
            </a:lvl6pPr>
            <a:lvl7pPr algn="ctr">
              <a:defRPr sz="1950" b="1">
                <a:solidFill>
                  <a:srgbClr val="008000"/>
                </a:solidFill>
              </a:defRPr>
            </a:lvl7pPr>
            <a:lvl8pPr algn="ctr">
              <a:defRPr sz="1950" b="1">
                <a:solidFill>
                  <a:srgbClr val="008000"/>
                </a:solidFill>
              </a:defRPr>
            </a:lvl8pPr>
            <a:lvl9pPr algn="ctr">
              <a:defRPr sz="1950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8000"/>
                </a:solidFill>
              </a:defRPr>
            </a:pPr>
            <a:r>
              <a:rPr sz="1950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1DB561-A835-4EE9-B819-3DD90FB2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24075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008000"/>
                </a:solidFill>
              </a:defRPr>
            </a:defPPr>
            <a:lvl1pPr algn="ctr">
              <a:defRPr sz="1950" b="1">
                <a:solidFill>
                  <a:srgbClr val="008000"/>
                </a:solidFill>
              </a:defRPr>
            </a:lvl1pPr>
            <a:lvl2pPr algn="ctr">
              <a:defRPr sz="1950" b="1">
                <a:solidFill>
                  <a:srgbClr val="008000"/>
                </a:solidFill>
              </a:defRPr>
            </a:lvl2pPr>
            <a:lvl3pPr algn="ctr">
              <a:defRPr sz="1950" b="1">
                <a:solidFill>
                  <a:srgbClr val="008000"/>
                </a:solidFill>
              </a:defRPr>
            </a:lvl3pPr>
            <a:lvl4pPr algn="ctr">
              <a:defRPr sz="1950" b="1">
                <a:solidFill>
                  <a:srgbClr val="008000"/>
                </a:solidFill>
              </a:defRPr>
            </a:lvl4pPr>
            <a:lvl5pPr algn="ctr">
              <a:defRPr sz="1950" b="1">
                <a:solidFill>
                  <a:srgbClr val="008000"/>
                </a:solidFill>
              </a:defRPr>
            </a:lvl5pPr>
            <a:lvl6pPr algn="ctr">
              <a:defRPr sz="1950" b="1">
                <a:solidFill>
                  <a:srgbClr val="008000"/>
                </a:solidFill>
              </a:defRPr>
            </a:lvl6pPr>
            <a:lvl7pPr algn="ctr">
              <a:defRPr sz="1950" b="1">
                <a:solidFill>
                  <a:srgbClr val="008000"/>
                </a:solidFill>
              </a:defRPr>
            </a:lvl7pPr>
            <a:lvl8pPr algn="ctr">
              <a:defRPr sz="1950" b="1">
                <a:solidFill>
                  <a:srgbClr val="008000"/>
                </a:solidFill>
              </a:defRPr>
            </a:lvl8pPr>
            <a:lvl9pPr algn="ctr">
              <a:defRPr sz="1950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8000"/>
                </a:solidFill>
              </a:defRPr>
            </a:pPr>
            <a:r>
              <a:rPr sz="1950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320140-FD07-4DE0-AE06-AA3B3859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95625"/>
            <a:ext cx="3276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F8F7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B7FA96-EC41-4956-B88B-14034DC0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90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27343A"/>
                </a:solidFill>
              </a:defRPr>
            </a:defPPr>
            <a:lvl1pPr algn="l">
              <a:defRPr sz="1200" b="1">
                <a:solidFill>
                  <a:srgbClr val="27343A"/>
                </a:solidFill>
              </a:defRPr>
            </a:lvl1pPr>
            <a:lvl2pPr algn="l">
              <a:defRPr sz="1200" b="1">
                <a:solidFill>
                  <a:srgbClr val="27343A"/>
                </a:solidFill>
              </a:defRPr>
            </a:lvl2pPr>
            <a:lvl3pPr algn="l">
              <a:defRPr sz="1200" b="1">
                <a:solidFill>
                  <a:srgbClr val="27343A"/>
                </a:solidFill>
              </a:defRPr>
            </a:lvl3pPr>
            <a:lvl4pPr algn="l">
              <a:defRPr sz="1200" b="1">
                <a:solidFill>
                  <a:srgbClr val="27343A"/>
                </a:solidFill>
              </a:defRPr>
            </a:lvl4pPr>
            <a:lvl5pPr algn="l">
              <a:defRPr sz="1200" b="1">
                <a:solidFill>
                  <a:srgbClr val="27343A"/>
                </a:solidFill>
              </a:defRPr>
            </a:lvl5pPr>
            <a:lvl6pPr algn="l">
              <a:defRPr sz="1200" b="1">
                <a:solidFill>
                  <a:srgbClr val="27343A"/>
                </a:solidFill>
              </a:defRPr>
            </a:lvl6pPr>
            <a:lvl7pPr algn="l">
              <a:defRPr sz="1200" b="1">
                <a:solidFill>
                  <a:srgbClr val="27343A"/>
                </a:solidFill>
              </a:defRPr>
            </a:lvl7pPr>
            <a:lvl8pPr algn="l">
              <a:defRPr sz="1200" b="1">
                <a:solidFill>
                  <a:srgbClr val="27343A"/>
                </a:solidFill>
              </a:defRPr>
            </a:lvl8pPr>
            <a:lvl9pPr algn="l">
              <a:defRPr sz="120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7343A"/>
                </a:solidFill>
              </a:defRPr>
            </a:pPr>
            <a:r>
              <a:rPr sz="1200" b="1">
                <a:solidFill>
                  <a:srgbClr val="27343A"/>
                </a:solidFill>
              </a:rPr>
              <a:t>Live AMS model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CFC7CF-0324-40B5-B9B3-EDEFB654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76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6266"/>
                </a:solidFill>
              </a:defRPr>
            </a:defPPr>
            <a:lvl1pPr algn="l">
              <a:defRPr sz="1050" b="0">
                <a:solidFill>
                  <a:srgbClr val="5B6266"/>
                </a:solidFill>
              </a:defRPr>
            </a:lvl1pPr>
            <a:lvl2pPr algn="l">
              <a:defRPr sz="1050" b="0">
                <a:solidFill>
                  <a:srgbClr val="5B6266"/>
                </a:solidFill>
              </a:defRPr>
            </a:lvl2pPr>
            <a:lvl3pPr algn="l">
              <a:defRPr sz="1050" b="0">
                <a:solidFill>
                  <a:srgbClr val="5B6266"/>
                </a:solidFill>
              </a:defRPr>
            </a:lvl3pPr>
            <a:lvl4pPr algn="l">
              <a:defRPr sz="1050" b="0">
                <a:solidFill>
                  <a:srgbClr val="5B6266"/>
                </a:solidFill>
              </a:defRPr>
            </a:lvl4pPr>
            <a:lvl5pPr algn="l">
              <a:defRPr sz="1050" b="0">
                <a:solidFill>
                  <a:srgbClr val="5B6266"/>
                </a:solidFill>
              </a:defRPr>
            </a:lvl5pPr>
            <a:lvl6pPr algn="l">
              <a:defRPr sz="1050" b="0">
                <a:solidFill>
                  <a:srgbClr val="5B6266"/>
                </a:solidFill>
              </a:defRPr>
            </a:lvl6pPr>
            <a:lvl7pPr algn="l">
              <a:defRPr sz="1050" b="0">
                <a:solidFill>
                  <a:srgbClr val="5B6266"/>
                </a:solidFill>
              </a:defRPr>
            </a:lvl7pPr>
            <a:lvl8pPr algn="l">
              <a:defRPr sz="1050" b="0">
                <a:solidFill>
                  <a:srgbClr val="5B6266"/>
                </a:solidFill>
              </a:defRPr>
            </a:lvl8pPr>
            <a:lvl9pPr algn="l">
              <a:defRPr sz="105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6266"/>
                </a:solidFill>
              </a:defRPr>
            </a:pPr>
            <a:r>
              <a:rPr sz="1050" b="0">
                <a:solidFill>
                  <a:srgbClr val="5B6266"/>
                </a:solidFill>
              </a:rPr>
              <a:t>Only validated, routine-compatible edits are applied.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6D6B06-8560-4172-9AE3-EA8141D5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E86B16"/>
                </a:solidFill>
              </a:defRPr>
            </a:defPPr>
            <a:lvl1pPr algn="l">
              <a:defRPr sz="900" b="1">
                <a:solidFill>
                  <a:srgbClr val="E86B16"/>
                </a:solidFill>
              </a:defRPr>
            </a:lvl1pPr>
            <a:lvl2pPr algn="l">
              <a:defRPr sz="900" b="1">
                <a:solidFill>
                  <a:srgbClr val="E86B16"/>
                </a:solidFill>
              </a:defRPr>
            </a:lvl2pPr>
            <a:lvl3pPr algn="l">
              <a:defRPr sz="900" b="1">
                <a:solidFill>
                  <a:srgbClr val="E86B16"/>
                </a:solidFill>
              </a:defRPr>
            </a:lvl3pPr>
            <a:lvl4pPr algn="l">
              <a:defRPr sz="900" b="1">
                <a:solidFill>
                  <a:srgbClr val="E86B16"/>
                </a:solidFill>
              </a:defRPr>
            </a:lvl4pPr>
            <a:lvl5pPr algn="l">
              <a:defRPr sz="900" b="1">
                <a:solidFill>
                  <a:srgbClr val="E86B16"/>
                </a:solidFill>
              </a:defRPr>
            </a:lvl5pPr>
            <a:lvl6pPr algn="l">
              <a:defRPr sz="900" b="1">
                <a:solidFill>
                  <a:srgbClr val="E86B16"/>
                </a:solidFill>
              </a:defRPr>
            </a:lvl6pPr>
            <a:lvl7pPr algn="l">
              <a:defRPr sz="900" b="1">
                <a:solidFill>
                  <a:srgbClr val="E86B16"/>
                </a:solidFill>
              </a:defRPr>
            </a:lvl7pPr>
            <a:lvl8pPr algn="l">
              <a:defRPr sz="900" b="1">
                <a:solidFill>
                  <a:srgbClr val="E86B16"/>
                </a:solidFill>
              </a:defRPr>
            </a:lvl8pPr>
            <a:lvl9pPr algn="l">
              <a:defRPr sz="900" b="1">
                <a:solidFill>
                  <a:srgbClr val="E86B16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E86B16"/>
                </a:solidFill>
              </a:defRPr>
            </a:pPr>
            <a:r>
              <a:rPr sz="900" b="1">
                <a:solidFill>
                  <a:srgbClr val="E86B16"/>
                </a:solidFill>
              </a:rPr>
              <a:t>Design direction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7A49C3-15C3-42EF-87BE-4CBB3EA0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71975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27343A"/>
                </a:solidFill>
              </a:defRPr>
            </a:defPPr>
            <a:lvl1pPr algn="l">
              <a:defRPr sz="1125" b="0">
                <a:solidFill>
                  <a:srgbClr val="27343A"/>
                </a:solidFill>
              </a:defRPr>
            </a:lvl1pPr>
            <a:lvl2pPr algn="l">
              <a:defRPr sz="1125" b="0">
                <a:solidFill>
                  <a:srgbClr val="27343A"/>
                </a:solidFill>
              </a:defRPr>
            </a:lvl2pPr>
            <a:lvl3pPr algn="l">
              <a:defRPr sz="1125" b="0">
                <a:solidFill>
                  <a:srgbClr val="27343A"/>
                </a:solidFill>
              </a:defRPr>
            </a:lvl3pPr>
            <a:lvl4pPr algn="l">
              <a:defRPr sz="1125" b="0">
                <a:solidFill>
                  <a:srgbClr val="27343A"/>
                </a:solidFill>
              </a:defRPr>
            </a:lvl4pPr>
            <a:lvl5pPr algn="l">
              <a:defRPr sz="1125" b="0">
                <a:solidFill>
                  <a:srgbClr val="27343A"/>
                </a:solidFill>
              </a:defRPr>
            </a:lvl5pPr>
            <a:lvl6pPr algn="l">
              <a:defRPr sz="1125" b="0">
                <a:solidFill>
                  <a:srgbClr val="27343A"/>
                </a:solidFill>
              </a:defRPr>
            </a:lvl6pPr>
            <a:lvl7pPr algn="l">
              <a:defRPr sz="1125" b="0">
                <a:solidFill>
                  <a:srgbClr val="27343A"/>
                </a:solidFill>
              </a:defRPr>
            </a:lvl7pPr>
            <a:lvl8pPr algn="l">
              <a:defRPr sz="1125" b="0">
                <a:solidFill>
                  <a:srgbClr val="27343A"/>
                </a:solidFill>
              </a:defRPr>
            </a:lvl8pPr>
            <a:lvl9pPr algn="l">
              <a:defRPr sz="1125" b="0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7343A"/>
                </a:solidFill>
              </a:defRPr>
            </a:pPr>
            <a:r>
              <a:rPr sz="1125" b="0">
                <a:solidFill>
                  <a:srgbClr val="27343A"/>
                </a:solidFill>
              </a:rPr>
              <a:t>Replace one-off executor branches with configuration-driven, validated operations.</a:t>
            </a:r>
          </a:p>
        </p:txBody>
      </p:sp>
    </p:spTree>
    <p:extLst>
      <p:ext uri="{BB962C8B-B14F-4D97-AF65-F5344CB8AC3E}">
        <p14:creationId xmlns:p14="http://schemas.microsoft.com/office/powerpoint/2010/main" val="10392538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FAE8657-CF2B-4333-9638-24FA4D43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"/>
            <a:ext cx="8096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08000"/>
                </a:solidFill>
              </a:defRPr>
            </a:defPPr>
            <a:lvl1pPr algn="l">
              <a:defRPr sz="2550" b="1">
                <a:solidFill>
                  <a:srgbClr val="008000"/>
                </a:solidFill>
              </a:defRPr>
            </a:lvl1pPr>
            <a:lvl2pPr algn="l">
              <a:defRPr sz="2550" b="1">
                <a:solidFill>
                  <a:srgbClr val="008000"/>
                </a:solidFill>
              </a:defRPr>
            </a:lvl2pPr>
            <a:lvl3pPr algn="l">
              <a:defRPr sz="2550" b="1">
                <a:solidFill>
                  <a:srgbClr val="008000"/>
                </a:solidFill>
              </a:defRPr>
            </a:lvl3pPr>
            <a:lvl4pPr algn="l">
              <a:defRPr sz="2550" b="1">
                <a:solidFill>
                  <a:srgbClr val="008000"/>
                </a:solidFill>
              </a:defRPr>
            </a:lvl4pPr>
            <a:lvl5pPr algn="l">
              <a:defRPr sz="2550" b="1">
                <a:solidFill>
                  <a:srgbClr val="008000"/>
                </a:solidFill>
              </a:defRPr>
            </a:lvl5pPr>
            <a:lvl6pPr algn="l">
              <a:defRPr sz="2550" b="1">
                <a:solidFill>
                  <a:srgbClr val="008000"/>
                </a:solidFill>
              </a:defRPr>
            </a:lvl6pPr>
            <a:lvl7pPr algn="l">
              <a:defRPr sz="2550" b="1">
                <a:solidFill>
                  <a:srgbClr val="008000"/>
                </a:solidFill>
              </a:defRPr>
            </a:lvl7pPr>
            <a:lvl8pPr algn="l">
              <a:defRPr sz="2550" b="1">
                <a:solidFill>
                  <a:srgbClr val="008000"/>
                </a:solidFill>
              </a:defRPr>
            </a:lvl8pPr>
            <a:lvl9pPr algn="l">
              <a:defRPr sz="2550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8000"/>
                </a:solidFill>
              </a:defRPr>
            </a:pPr>
            <a:r>
              <a:rPr sz="2550" b="1">
                <a:solidFill>
                  <a:srgbClr val="008000"/>
                </a:solidFill>
              </a:rPr>
              <a:t>Revise parameter classification</a:t>
            </a:r>
          </a:p>
        </p:txBody>
      </p:sp>
      <p:sp>
        <p:nvSpPr>
          <p:cNvPr id="2" name="Title rule">
            <a:extLst xmlns:a="http://schemas.openxmlformats.org/drawingml/2006/main">
              <a:ext uri="{FF2B5EF4-FFF2-40B4-BE49-F238E27FC236}">
                <a16:creationId xmlns:a16="http://schemas.microsoft.com/office/drawing/2014/main" id="{E3020401-7C75-44FC-A033-68E7A0B7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 rule">
            <a:extLst xmlns:a="http://schemas.openxmlformats.org/drawingml/2006/main">
              <a:ext uri="{FF2B5EF4-FFF2-40B4-BE49-F238E27FC236}">
                <a16:creationId xmlns:a16="http://schemas.microsoft.com/office/drawing/2014/main" id="{9A5DEC26-F550-40E6-828A-6100D4B5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CF7AE-B9DB-4AFB-B060-BC0AAD97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29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Monthly Meeting  ·  10/26/2026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82E80-D088-40F7-8712-7B1BD377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291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A569A-8DB0-4531-A036-3F3F0D82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2475"/>
            <a:ext cx="800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B6266"/>
                </a:solidFill>
              </a:defRPr>
            </a:defPPr>
            <a:lvl1pPr algn="l">
              <a:defRPr sz="1275" b="0">
                <a:solidFill>
                  <a:srgbClr val="5B6266"/>
                </a:solidFill>
              </a:defRPr>
            </a:lvl1pPr>
            <a:lvl2pPr algn="l">
              <a:defRPr sz="1275" b="0">
                <a:solidFill>
                  <a:srgbClr val="5B6266"/>
                </a:solidFill>
              </a:defRPr>
            </a:lvl2pPr>
            <a:lvl3pPr algn="l">
              <a:defRPr sz="1275" b="0">
                <a:solidFill>
                  <a:srgbClr val="5B6266"/>
                </a:solidFill>
              </a:defRPr>
            </a:lvl3pPr>
            <a:lvl4pPr algn="l">
              <a:defRPr sz="1275" b="0">
                <a:solidFill>
                  <a:srgbClr val="5B6266"/>
                </a:solidFill>
              </a:defRPr>
            </a:lvl4pPr>
            <a:lvl5pPr algn="l">
              <a:defRPr sz="1275" b="0">
                <a:solidFill>
                  <a:srgbClr val="5B6266"/>
                </a:solidFill>
              </a:defRPr>
            </a:lvl5pPr>
            <a:lvl6pPr algn="l">
              <a:defRPr sz="1275" b="0">
                <a:solidFill>
                  <a:srgbClr val="5B6266"/>
                </a:solidFill>
              </a:defRPr>
            </a:lvl6pPr>
            <a:lvl7pPr algn="l">
              <a:defRPr sz="1275" b="0">
                <a:solidFill>
                  <a:srgbClr val="5B6266"/>
                </a:solidFill>
              </a:defRPr>
            </a:lvl7pPr>
            <a:lvl8pPr algn="l">
              <a:defRPr sz="1275" b="0">
                <a:solidFill>
                  <a:srgbClr val="5B6266"/>
                </a:solidFill>
              </a:defRPr>
            </a:lvl8pPr>
            <a:lvl9pPr algn="l">
              <a:defRPr sz="1275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B6266"/>
                </a:solidFill>
              </a:defRPr>
            </a:pPr>
            <a:r>
              <a:rPr sz="1275" b="0">
                <a:solidFill>
                  <a:srgbClr val="5B6266"/>
                </a:solidFill>
              </a:rPr>
              <a:t>Route by what the request changes in the optimization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A0E6E-8683-430C-8D14-DC3AD877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3476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7B9AA7"/>
                </a:solidFill>
              </a:defRPr>
            </a:defPPr>
            <a:lvl1pPr algn="l">
              <a:defRPr sz="1125" b="1">
                <a:solidFill>
                  <a:srgbClr val="7B9AA7"/>
                </a:solidFill>
              </a:defRPr>
            </a:lvl1pPr>
            <a:lvl2pPr algn="l">
              <a:defRPr sz="1125" b="1">
                <a:solidFill>
                  <a:srgbClr val="7B9AA7"/>
                </a:solidFill>
              </a:defRPr>
            </a:lvl2pPr>
            <a:lvl3pPr algn="l">
              <a:defRPr sz="1125" b="1">
                <a:solidFill>
                  <a:srgbClr val="7B9AA7"/>
                </a:solidFill>
              </a:defRPr>
            </a:lvl3pPr>
            <a:lvl4pPr algn="l">
              <a:defRPr sz="1125" b="1">
                <a:solidFill>
                  <a:srgbClr val="7B9AA7"/>
                </a:solidFill>
              </a:defRPr>
            </a:lvl4pPr>
            <a:lvl5pPr algn="l">
              <a:defRPr sz="1125" b="1">
                <a:solidFill>
                  <a:srgbClr val="7B9AA7"/>
                </a:solidFill>
              </a:defRPr>
            </a:lvl5pPr>
            <a:lvl6pPr algn="l">
              <a:defRPr sz="1125" b="1">
                <a:solidFill>
                  <a:srgbClr val="7B9AA7"/>
                </a:solidFill>
              </a:defRPr>
            </a:lvl6pPr>
            <a:lvl7pPr algn="l">
              <a:defRPr sz="1125" b="1">
                <a:solidFill>
                  <a:srgbClr val="7B9AA7"/>
                </a:solidFill>
              </a:defRPr>
            </a:lvl7pPr>
            <a:lvl8pPr algn="l">
              <a:defRPr sz="1125" b="1">
                <a:solidFill>
                  <a:srgbClr val="7B9AA7"/>
                </a:solidFill>
              </a:defRPr>
            </a:lvl8pPr>
            <a:lvl9pPr algn="l">
              <a:defRPr sz="1125" b="1">
                <a:solidFill>
                  <a:srgbClr val="7B9AA7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B9AA7"/>
                </a:solidFill>
              </a:defRPr>
            </a:pPr>
            <a:r>
              <a:rPr sz="1125" b="1">
                <a:solidFill>
                  <a:srgbClr val="7B9AA7"/>
                </a:solidFill>
              </a:rPr>
              <a:t>SCENARIO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8FE29-26D2-4769-8453-06BE7077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171575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E86B16"/>
                </a:solidFill>
              </a:defRPr>
            </a:defPPr>
            <a:lvl1pPr algn="l">
              <a:defRPr sz="1125" b="1">
                <a:solidFill>
                  <a:srgbClr val="E86B16"/>
                </a:solidFill>
              </a:defRPr>
            </a:lvl1pPr>
            <a:lvl2pPr algn="l">
              <a:defRPr sz="1125" b="1">
                <a:solidFill>
                  <a:srgbClr val="E86B16"/>
                </a:solidFill>
              </a:defRPr>
            </a:lvl2pPr>
            <a:lvl3pPr algn="l">
              <a:defRPr sz="1125" b="1">
                <a:solidFill>
                  <a:srgbClr val="E86B16"/>
                </a:solidFill>
              </a:defRPr>
            </a:lvl3pPr>
            <a:lvl4pPr algn="l">
              <a:defRPr sz="1125" b="1">
                <a:solidFill>
                  <a:srgbClr val="E86B16"/>
                </a:solidFill>
              </a:defRPr>
            </a:lvl4pPr>
            <a:lvl5pPr algn="l">
              <a:defRPr sz="1125" b="1">
                <a:solidFill>
                  <a:srgbClr val="E86B16"/>
                </a:solidFill>
              </a:defRPr>
            </a:lvl5pPr>
            <a:lvl6pPr algn="l">
              <a:defRPr sz="1125" b="1">
                <a:solidFill>
                  <a:srgbClr val="E86B16"/>
                </a:solidFill>
              </a:defRPr>
            </a:lvl6pPr>
            <a:lvl7pPr algn="l">
              <a:defRPr sz="1125" b="1">
                <a:solidFill>
                  <a:srgbClr val="E86B16"/>
                </a:solidFill>
              </a:defRPr>
            </a:lvl7pPr>
            <a:lvl8pPr algn="l">
              <a:defRPr sz="1125" b="1">
                <a:solidFill>
                  <a:srgbClr val="E86B16"/>
                </a:solidFill>
              </a:defRPr>
            </a:lvl8pPr>
            <a:lvl9pPr algn="l">
              <a:defRPr sz="1125" b="1">
                <a:solidFill>
                  <a:srgbClr val="E86B16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86B16"/>
                </a:solidFill>
              </a:defRPr>
            </a:pPr>
            <a:r>
              <a:rPr sz="1125" b="1">
                <a:solidFill>
                  <a:srgbClr val="E86B16"/>
                </a:solidFill>
              </a:rPr>
              <a:t>FORMULATION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B49C5-AEE0-4810-838A-F6CBCEAB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57325"/>
            <a:ext cx="37147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5F8F9"/>
          </a:solidFill>
          <a:ln xmlns:a="http://schemas.openxmlformats.org/drawingml/2006/main" w="14288">
            <a:solidFill>
              <a:srgbClr val="B7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A3D05-99FA-4A36-9F3B-86464AB1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57325"/>
            <a:ext cx="37719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4288">
            <a:solidFill>
              <a:srgbClr val="E6A3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F88C74-C368-4B78-8B26-7489FC3C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7343A"/>
                </a:solidFill>
              </a:defRPr>
            </a:defPPr>
            <a:lvl1pPr algn="l">
              <a:defRPr sz="1350" b="1">
                <a:solidFill>
                  <a:srgbClr val="27343A"/>
                </a:solidFill>
              </a:defRPr>
            </a:lvl1pPr>
            <a:lvl2pPr algn="l">
              <a:defRPr sz="1350" b="1">
                <a:solidFill>
                  <a:srgbClr val="27343A"/>
                </a:solidFill>
              </a:defRPr>
            </a:lvl2pPr>
            <a:lvl3pPr algn="l">
              <a:defRPr sz="1350" b="1">
                <a:solidFill>
                  <a:srgbClr val="27343A"/>
                </a:solidFill>
              </a:defRPr>
            </a:lvl3pPr>
            <a:lvl4pPr algn="l">
              <a:defRPr sz="1350" b="1">
                <a:solidFill>
                  <a:srgbClr val="27343A"/>
                </a:solidFill>
              </a:defRPr>
            </a:lvl4pPr>
            <a:lvl5pPr algn="l">
              <a:defRPr sz="1350" b="1">
                <a:solidFill>
                  <a:srgbClr val="27343A"/>
                </a:solidFill>
              </a:defRPr>
            </a:lvl5pPr>
            <a:lvl6pPr algn="l">
              <a:defRPr sz="1350" b="1">
                <a:solidFill>
                  <a:srgbClr val="27343A"/>
                </a:solidFill>
              </a:defRPr>
            </a:lvl6pPr>
            <a:lvl7pPr algn="l">
              <a:defRPr sz="1350" b="1">
                <a:solidFill>
                  <a:srgbClr val="27343A"/>
                </a:solidFill>
              </a:defRPr>
            </a:lvl7pPr>
            <a:lvl8pPr algn="l">
              <a:defRPr sz="1350" b="1">
                <a:solidFill>
                  <a:srgbClr val="27343A"/>
                </a:solidFill>
              </a:defRPr>
            </a:lvl8pPr>
            <a:lvl9pPr algn="l">
              <a:defRPr sz="135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7343A"/>
                </a:solidFill>
              </a:defRPr>
            </a:pPr>
            <a:r>
              <a:rPr sz="1350" b="1">
                <a:solidFill>
                  <a:srgbClr val="27343A"/>
                </a:solidFill>
              </a:rPr>
              <a:t>Updates values or availability within an existing model template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4ACF1-FE90-4416-814E-F0FA5BEF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7B9AA7"/>
                </a:solidFill>
              </a:defRPr>
            </a:defPPr>
            <a:lvl1pPr algn="l">
              <a:defRPr sz="1275" b="1">
                <a:solidFill>
                  <a:srgbClr val="7B9AA7"/>
                </a:solidFill>
              </a:defRPr>
            </a:lvl1pPr>
            <a:lvl2pPr algn="l">
              <a:defRPr sz="1275" b="1">
                <a:solidFill>
                  <a:srgbClr val="7B9AA7"/>
                </a:solidFill>
              </a:defRPr>
            </a:lvl2pPr>
            <a:lvl3pPr algn="l">
              <a:defRPr sz="1275" b="1">
                <a:solidFill>
                  <a:srgbClr val="7B9AA7"/>
                </a:solidFill>
              </a:defRPr>
            </a:lvl3pPr>
            <a:lvl4pPr algn="l">
              <a:defRPr sz="1275" b="1">
                <a:solidFill>
                  <a:srgbClr val="7B9AA7"/>
                </a:solidFill>
              </a:defRPr>
            </a:lvl4pPr>
            <a:lvl5pPr algn="l">
              <a:defRPr sz="1275" b="1">
                <a:solidFill>
                  <a:srgbClr val="7B9AA7"/>
                </a:solidFill>
              </a:defRPr>
            </a:lvl5pPr>
            <a:lvl6pPr algn="l">
              <a:defRPr sz="1275" b="1">
                <a:solidFill>
                  <a:srgbClr val="7B9AA7"/>
                </a:solidFill>
              </a:defRPr>
            </a:lvl6pPr>
            <a:lvl7pPr algn="l">
              <a:defRPr sz="1275" b="1">
                <a:solidFill>
                  <a:srgbClr val="7B9AA7"/>
                </a:solidFill>
              </a:defRPr>
            </a:lvl7pPr>
            <a:lvl8pPr algn="l">
              <a:defRPr sz="1275" b="1">
                <a:solidFill>
                  <a:srgbClr val="7B9AA7"/>
                </a:solidFill>
              </a:defRPr>
            </a:lvl8pPr>
            <a:lvl9pPr algn="l">
              <a:defRPr sz="1275" b="1">
                <a:solidFill>
                  <a:srgbClr val="7B9AA7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7B9AA7"/>
                </a:solidFill>
              </a:defRPr>
            </a:pPr>
            <a:r>
              <a:rPr sz="1275" b="1">
                <a:solidFill>
                  <a:srgbClr val="7B9AA7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CF64E-1EA5-4EF0-9CE9-91C4B361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252A2D"/>
                </a:solidFill>
              </a:defRPr>
            </a:defPPr>
            <a:lvl1pPr algn="l">
              <a:defRPr sz="1125" b="0">
                <a:solidFill>
                  <a:srgbClr val="252A2D"/>
                </a:solidFill>
              </a:defRPr>
            </a:lvl1pPr>
            <a:lvl2pPr algn="l">
              <a:defRPr sz="1125" b="0">
                <a:solidFill>
                  <a:srgbClr val="252A2D"/>
                </a:solidFill>
              </a:defRPr>
            </a:lvl2pPr>
            <a:lvl3pPr algn="l">
              <a:defRPr sz="1125" b="0">
                <a:solidFill>
                  <a:srgbClr val="252A2D"/>
                </a:solidFill>
              </a:defRPr>
            </a:lvl3pPr>
            <a:lvl4pPr algn="l">
              <a:defRPr sz="1125" b="0">
                <a:solidFill>
                  <a:srgbClr val="252A2D"/>
                </a:solidFill>
              </a:defRPr>
            </a:lvl4pPr>
            <a:lvl5pPr algn="l">
              <a:defRPr sz="1125" b="0">
                <a:solidFill>
                  <a:srgbClr val="252A2D"/>
                </a:solidFill>
              </a:defRPr>
            </a:lvl5pPr>
            <a:lvl6pPr algn="l">
              <a:defRPr sz="1125" b="0">
                <a:solidFill>
                  <a:srgbClr val="252A2D"/>
                </a:solidFill>
              </a:defRPr>
            </a:lvl6pPr>
            <a:lvl7pPr algn="l">
              <a:defRPr sz="1125" b="0">
                <a:solidFill>
                  <a:srgbClr val="252A2D"/>
                </a:solidFill>
              </a:defRPr>
            </a:lvl7pPr>
            <a:lvl8pPr algn="l">
              <a:defRPr sz="1125" b="0">
                <a:solidFill>
                  <a:srgbClr val="252A2D"/>
                </a:solidFill>
              </a:defRPr>
            </a:lvl8pPr>
            <a:lvl9pPr algn="l">
              <a:defRPr sz="112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52A2D"/>
                </a:solidFill>
              </a:defRPr>
            </a:pPr>
            <a:r>
              <a:rPr sz="1125" b="0">
                <a:solidFill>
                  <a:srgbClr val="252A2D"/>
                </a:solidFill>
              </a:rPr>
              <a:t>Load level / demand scaling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05694-334E-4C5D-8C1F-5422D1F7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7B9AA7"/>
                </a:solidFill>
              </a:defRPr>
            </a:defPPr>
            <a:lvl1pPr algn="l">
              <a:defRPr sz="1275" b="1">
                <a:solidFill>
                  <a:srgbClr val="7B9AA7"/>
                </a:solidFill>
              </a:defRPr>
            </a:lvl1pPr>
            <a:lvl2pPr algn="l">
              <a:defRPr sz="1275" b="1">
                <a:solidFill>
                  <a:srgbClr val="7B9AA7"/>
                </a:solidFill>
              </a:defRPr>
            </a:lvl2pPr>
            <a:lvl3pPr algn="l">
              <a:defRPr sz="1275" b="1">
                <a:solidFill>
                  <a:srgbClr val="7B9AA7"/>
                </a:solidFill>
              </a:defRPr>
            </a:lvl3pPr>
            <a:lvl4pPr algn="l">
              <a:defRPr sz="1275" b="1">
                <a:solidFill>
                  <a:srgbClr val="7B9AA7"/>
                </a:solidFill>
              </a:defRPr>
            </a:lvl4pPr>
            <a:lvl5pPr algn="l">
              <a:defRPr sz="1275" b="1">
                <a:solidFill>
                  <a:srgbClr val="7B9AA7"/>
                </a:solidFill>
              </a:defRPr>
            </a:lvl5pPr>
            <a:lvl6pPr algn="l">
              <a:defRPr sz="1275" b="1">
                <a:solidFill>
                  <a:srgbClr val="7B9AA7"/>
                </a:solidFill>
              </a:defRPr>
            </a:lvl6pPr>
            <a:lvl7pPr algn="l">
              <a:defRPr sz="1275" b="1">
                <a:solidFill>
                  <a:srgbClr val="7B9AA7"/>
                </a:solidFill>
              </a:defRPr>
            </a:lvl7pPr>
            <a:lvl8pPr algn="l">
              <a:defRPr sz="1275" b="1">
                <a:solidFill>
                  <a:srgbClr val="7B9AA7"/>
                </a:solidFill>
              </a:defRPr>
            </a:lvl8pPr>
            <a:lvl9pPr algn="l">
              <a:defRPr sz="1275" b="1">
                <a:solidFill>
                  <a:srgbClr val="7B9AA7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7B9AA7"/>
                </a:solidFill>
              </a:defRPr>
            </a:pPr>
            <a:r>
              <a:rPr sz="1275" b="1">
                <a:solidFill>
                  <a:srgbClr val="7B9AA7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EC631-39CE-4807-A31C-F5A45C01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252A2D"/>
                </a:solidFill>
              </a:defRPr>
            </a:defPPr>
            <a:lvl1pPr algn="l">
              <a:defRPr sz="1125" b="0">
                <a:solidFill>
                  <a:srgbClr val="252A2D"/>
                </a:solidFill>
              </a:defRPr>
            </a:lvl1pPr>
            <a:lvl2pPr algn="l">
              <a:defRPr sz="1125" b="0">
                <a:solidFill>
                  <a:srgbClr val="252A2D"/>
                </a:solidFill>
              </a:defRPr>
            </a:lvl2pPr>
            <a:lvl3pPr algn="l">
              <a:defRPr sz="1125" b="0">
                <a:solidFill>
                  <a:srgbClr val="252A2D"/>
                </a:solidFill>
              </a:defRPr>
            </a:lvl3pPr>
            <a:lvl4pPr algn="l">
              <a:defRPr sz="1125" b="0">
                <a:solidFill>
                  <a:srgbClr val="252A2D"/>
                </a:solidFill>
              </a:defRPr>
            </a:lvl4pPr>
            <a:lvl5pPr algn="l">
              <a:defRPr sz="1125" b="0">
                <a:solidFill>
                  <a:srgbClr val="252A2D"/>
                </a:solidFill>
              </a:defRPr>
            </a:lvl5pPr>
            <a:lvl6pPr algn="l">
              <a:defRPr sz="1125" b="0">
                <a:solidFill>
                  <a:srgbClr val="252A2D"/>
                </a:solidFill>
              </a:defRPr>
            </a:lvl6pPr>
            <a:lvl7pPr algn="l">
              <a:defRPr sz="1125" b="0">
                <a:solidFill>
                  <a:srgbClr val="252A2D"/>
                </a:solidFill>
              </a:defRPr>
            </a:lvl7pPr>
            <a:lvl8pPr algn="l">
              <a:defRPr sz="1125" b="0">
                <a:solidFill>
                  <a:srgbClr val="252A2D"/>
                </a:solidFill>
              </a:defRPr>
            </a:lvl8pPr>
            <a:lvl9pPr algn="l">
              <a:defRPr sz="112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52A2D"/>
                </a:solidFill>
              </a:defRPr>
            </a:pPr>
            <a:r>
              <a:rPr sz="1125" b="0">
                <a:solidFill>
                  <a:srgbClr val="252A2D"/>
                </a:solidFill>
              </a:rPr>
              <a:t>Line status or rating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91D16-532E-424A-8287-1903A98E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7B9AA7"/>
                </a:solidFill>
              </a:defRPr>
            </a:defPPr>
            <a:lvl1pPr algn="l">
              <a:defRPr sz="1275" b="1">
                <a:solidFill>
                  <a:srgbClr val="7B9AA7"/>
                </a:solidFill>
              </a:defRPr>
            </a:lvl1pPr>
            <a:lvl2pPr algn="l">
              <a:defRPr sz="1275" b="1">
                <a:solidFill>
                  <a:srgbClr val="7B9AA7"/>
                </a:solidFill>
              </a:defRPr>
            </a:lvl2pPr>
            <a:lvl3pPr algn="l">
              <a:defRPr sz="1275" b="1">
                <a:solidFill>
                  <a:srgbClr val="7B9AA7"/>
                </a:solidFill>
              </a:defRPr>
            </a:lvl3pPr>
            <a:lvl4pPr algn="l">
              <a:defRPr sz="1275" b="1">
                <a:solidFill>
                  <a:srgbClr val="7B9AA7"/>
                </a:solidFill>
              </a:defRPr>
            </a:lvl4pPr>
            <a:lvl5pPr algn="l">
              <a:defRPr sz="1275" b="1">
                <a:solidFill>
                  <a:srgbClr val="7B9AA7"/>
                </a:solidFill>
              </a:defRPr>
            </a:lvl5pPr>
            <a:lvl6pPr algn="l">
              <a:defRPr sz="1275" b="1">
                <a:solidFill>
                  <a:srgbClr val="7B9AA7"/>
                </a:solidFill>
              </a:defRPr>
            </a:lvl6pPr>
            <a:lvl7pPr algn="l">
              <a:defRPr sz="1275" b="1">
                <a:solidFill>
                  <a:srgbClr val="7B9AA7"/>
                </a:solidFill>
              </a:defRPr>
            </a:lvl7pPr>
            <a:lvl8pPr algn="l">
              <a:defRPr sz="1275" b="1">
                <a:solidFill>
                  <a:srgbClr val="7B9AA7"/>
                </a:solidFill>
              </a:defRPr>
            </a:lvl8pPr>
            <a:lvl9pPr algn="l">
              <a:defRPr sz="1275" b="1">
                <a:solidFill>
                  <a:srgbClr val="7B9AA7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7B9AA7"/>
                </a:solidFill>
              </a:defRPr>
            </a:pPr>
            <a:r>
              <a:rPr sz="1275" b="1">
                <a:solidFill>
                  <a:srgbClr val="7B9AA7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451FE1-A745-4D13-822F-E2338897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252A2D"/>
                </a:solidFill>
              </a:defRPr>
            </a:defPPr>
            <a:lvl1pPr algn="l">
              <a:defRPr sz="1125" b="0">
                <a:solidFill>
                  <a:srgbClr val="252A2D"/>
                </a:solidFill>
              </a:defRPr>
            </a:lvl1pPr>
            <a:lvl2pPr algn="l">
              <a:defRPr sz="1125" b="0">
                <a:solidFill>
                  <a:srgbClr val="252A2D"/>
                </a:solidFill>
              </a:defRPr>
            </a:lvl2pPr>
            <a:lvl3pPr algn="l">
              <a:defRPr sz="1125" b="0">
                <a:solidFill>
                  <a:srgbClr val="252A2D"/>
                </a:solidFill>
              </a:defRPr>
            </a:lvl3pPr>
            <a:lvl4pPr algn="l">
              <a:defRPr sz="1125" b="0">
                <a:solidFill>
                  <a:srgbClr val="252A2D"/>
                </a:solidFill>
              </a:defRPr>
            </a:lvl4pPr>
            <a:lvl5pPr algn="l">
              <a:defRPr sz="1125" b="0">
                <a:solidFill>
                  <a:srgbClr val="252A2D"/>
                </a:solidFill>
              </a:defRPr>
            </a:lvl5pPr>
            <a:lvl6pPr algn="l">
              <a:defRPr sz="1125" b="0">
                <a:solidFill>
                  <a:srgbClr val="252A2D"/>
                </a:solidFill>
              </a:defRPr>
            </a:lvl6pPr>
            <a:lvl7pPr algn="l">
              <a:defRPr sz="1125" b="0">
                <a:solidFill>
                  <a:srgbClr val="252A2D"/>
                </a:solidFill>
              </a:defRPr>
            </a:lvl7pPr>
            <a:lvl8pPr algn="l">
              <a:defRPr sz="1125" b="0">
                <a:solidFill>
                  <a:srgbClr val="252A2D"/>
                </a:solidFill>
              </a:defRPr>
            </a:lvl8pPr>
            <a:lvl9pPr algn="l">
              <a:defRPr sz="112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52A2D"/>
                </a:solidFill>
              </a:defRPr>
            </a:pPr>
            <a:r>
              <a:rPr sz="1125" b="0">
                <a:solidFill>
                  <a:srgbClr val="252A2D"/>
                </a:solidFill>
              </a:rPr>
              <a:t>Routine setting such as config.t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0F578-7AC6-4F3C-8C67-460ACE7A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B6266"/>
                </a:solidFill>
              </a:defRPr>
            </a:defPPr>
            <a:lvl1pPr algn="l">
              <a:defRPr sz="975" b="0">
                <a:solidFill>
                  <a:srgbClr val="5B6266"/>
                </a:solidFill>
              </a:defRPr>
            </a:lvl1pPr>
            <a:lvl2pPr algn="l">
              <a:defRPr sz="975" b="0">
                <a:solidFill>
                  <a:srgbClr val="5B6266"/>
                </a:solidFill>
              </a:defRPr>
            </a:lvl2pPr>
            <a:lvl3pPr algn="l">
              <a:defRPr sz="975" b="0">
                <a:solidFill>
                  <a:srgbClr val="5B6266"/>
                </a:solidFill>
              </a:defRPr>
            </a:lvl3pPr>
            <a:lvl4pPr algn="l">
              <a:defRPr sz="975" b="0">
                <a:solidFill>
                  <a:srgbClr val="5B6266"/>
                </a:solidFill>
              </a:defRPr>
            </a:lvl4pPr>
            <a:lvl5pPr algn="l">
              <a:defRPr sz="975" b="0">
                <a:solidFill>
                  <a:srgbClr val="5B6266"/>
                </a:solidFill>
              </a:defRPr>
            </a:lvl5pPr>
            <a:lvl6pPr algn="l">
              <a:defRPr sz="975" b="0">
                <a:solidFill>
                  <a:srgbClr val="5B6266"/>
                </a:solidFill>
              </a:defRPr>
            </a:lvl6pPr>
            <a:lvl7pPr algn="l">
              <a:defRPr sz="975" b="0">
                <a:solidFill>
                  <a:srgbClr val="5B6266"/>
                </a:solidFill>
              </a:defRPr>
            </a:lvl7pPr>
            <a:lvl8pPr algn="l">
              <a:defRPr sz="975" b="0">
                <a:solidFill>
                  <a:srgbClr val="5B6266"/>
                </a:solidFill>
              </a:defRPr>
            </a:lvl8pPr>
            <a:lvl9pPr algn="l">
              <a:defRPr sz="975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Model data changes; decision structure stays fixed.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E21C8B-614A-458E-8D80-3183DB6D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097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7343A"/>
                </a:solidFill>
              </a:defRPr>
            </a:defPPr>
            <a:lvl1pPr algn="l">
              <a:defRPr sz="1350" b="1">
                <a:solidFill>
                  <a:srgbClr val="27343A"/>
                </a:solidFill>
              </a:defRPr>
            </a:lvl1pPr>
            <a:lvl2pPr algn="l">
              <a:defRPr sz="1350" b="1">
                <a:solidFill>
                  <a:srgbClr val="27343A"/>
                </a:solidFill>
              </a:defRPr>
            </a:lvl2pPr>
            <a:lvl3pPr algn="l">
              <a:defRPr sz="1350" b="1">
                <a:solidFill>
                  <a:srgbClr val="27343A"/>
                </a:solidFill>
              </a:defRPr>
            </a:lvl3pPr>
            <a:lvl4pPr algn="l">
              <a:defRPr sz="1350" b="1">
                <a:solidFill>
                  <a:srgbClr val="27343A"/>
                </a:solidFill>
              </a:defRPr>
            </a:lvl4pPr>
            <a:lvl5pPr algn="l">
              <a:defRPr sz="1350" b="1">
                <a:solidFill>
                  <a:srgbClr val="27343A"/>
                </a:solidFill>
              </a:defRPr>
            </a:lvl5pPr>
            <a:lvl6pPr algn="l">
              <a:defRPr sz="1350" b="1">
                <a:solidFill>
                  <a:srgbClr val="27343A"/>
                </a:solidFill>
              </a:defRPr>
            </a:lvl6pPr>
            <a:lvl7pPr algn="l">
              <a:defRPr sz="1350" b="1">
                <a:solidFill>
                  <a:srgbClr val="27343A"/>
                </a:solidFill>
              </a:defRPr>
            </a:lvl7pPr>
            <a:lvl8pPr algn="l">
              <a:defRPr sz="1350" b="1">
                <a:solidFill>
                  <a:srgbClr val="27343A"/>
                </a:solidFill>
              </a:defRPr>
            </a:lvl8pPr>
            <a:lvl9pPr algn="l">
              <a:defRPr sz="135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7343A"/>
                </a:solidFill>
              </a:defRPr>
            </a:pPr>
            <a:r>
              <a:rPr sz="1350" b="1">
                <a:solidFill>
                  <a:srgbClr val="27343A"/>
                </a:solidFill>
              </a:rPr>
              <a:t>Changes variables, objective terms, or feasible 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B9DF67-560E-46F2-97FF-3383201A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907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E86B16"/>
                </a:solidFill>
              </a:defRPr>
            </a:defPPr>
            <a:lvl1pPr algn="l">
              <a:defRPr sz="1275" b="1">
                <a:solidFill>
                  <a:srgbClr val="E86B16"/>
                </a:solidFill>
              </a:defRPr>
            </a:lvl1pPr>
            <a:lvl2pPr algn="l">
              <a:defRPr sz="1275" b="1">
                <a:solidFill>
                  <a:srgbClr val="E86B16"/>
                </a:solidFill>
              </a:defRPr>
            </a:lvl2pPr>
            <a:lvl3pPr algn="l">
              <a:defRPr sz="1275" b="1">
                <a:solidFill>
                  <a:srgbClr val="E86B16"/>
                </a:solidFill>
              </a:defRPr>
            </a:lvl3pPr>
            <a:lvl4pPr algn="l">
              <a:defRPr sz="1275" b="1">
                <a:solidFill>
                  <a:srgbClr val="E86B16"/>
                </a:solidFill>
              </a:defRPr>
            </a:lvl4pPr>
            <a:lvl5pPr algn="l">
              <a:defRPr sz="1275" b="1">
                <a:solidFill>
                  <a:srgbClr val="E86B16"/>
                </a:solidFill>
              </a:defRPr>
            </a:lvl5pPr>
            <a:lvl6pPr algn="l">
              <a:defRPr sz="1275" b="1">
                <a:solidFill>
                  <a:srgbClr val="E86B16"/>
                </a:solidFill>
              </a:defRPr>
            </a:lvl6pPr>
            <a:lvl7pPr algn="l">
              <a:defRPr sz="1275" b="1">
                <a:solidFill>
                  <a:srgbClr val="E86B16"/>
                </a:solidFill>
              </a:defRPr>
            </a:lvl7pPr>
            <a:lvl8pPr algn="l">
              <a:defRPr sz="1275" b="1">
                <a:solidFill>
                  <a:srgbClr val="E86B16"/>
                </a:solidFill>
              </a:defRPr>
            </a:lvl8pPr>
            <a:lvl9pPr algn="l">
              <a:defRPr sz="1275" b="1">
                <a:solidFill>
                  <a:srgbClr val="E86B16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E86B16"/>
                </a:solidFill>
              </a:defRPr>
            </a:pPr>
            <a:r>
              <a:rPr sz="1275" b="1">
                <a:solidFill>
                  <a:srgbClr val="E86B16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D0868C-8812-42B5-BCDD-4F8A6ACB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907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252A2D"/>
                </a:solidFill>
              </a:defRPr>
            </a:defPPr>
            <a:lvl1pPr algn="l">
              <a:defRPr sz="1125" b="0">
                <a:solidFill>
                  <a:srgbClr val="252A2D"/>
                </a:solidFill>
              </a:defRPr>
            </a:lvl1pPr>
            <a:lvl2pPr algn="l">
              <a:defRPr sz="1125" b="0">
                <a:solidFill>
                  <a:srgbClr val="252A2D"/>
                </a:solidFill>
              </a:defRPr>
            </a:lvl2pPr>
            <a:lvl3pPr algn="l">
              <a:defRPr sz="1125" b="0">
                <a:solidFill>
                  <a:srgbClr val="252A2D"/>
                </a:solidFill>
              </a:defRPr>
            </a:lvl3pPr>
            <a:lvl4pPr algn="l">
              <a:defRPr sz="1125" b="0">
                <a:solidFill>
                  <a:srgbClr val="252A2D"/>
                </a:solidFill>
              </a:defRPr>
            </a:lvl4pPr>
            <a:lvl5pPr algn="l">
              <a:defRPr sz="1125" b="0">
                <a:solidFill>
                  <a:srgbClr val="252A2D"/>
                </a:solidFill>
              </a:defRPr>
            </a:lvl5pPr>
            <a:lvl6pPr algn="l">
              <a:defRPr sz="1125" b="0">
                <a:solidFill>
                  <a:srgbClr val="252A2D"/>
                </a:solidFill>
              </a:defRPr>
            </a:lvl6pPr>
            <a:lvl7pPr algn="l">
              <a:defRPr sz="1125" b="0">
                <a:solidFill>
                  <a:srgbClr val="252A2D"/>
                </a:solidFill>
              </a:defRPr>
            </a:lvl7pPr>
            <a:lvl8pPr algn="l">
              <a:defRPr sz="1125" b="0">
                <a:solidFill>
                  <a:srgbClr val="252A2D"/>
                </a:solidFill>
              </a:defRPr>
            </a:lvl8pPr>
            <a:lvl9pPr algn="l">
              <a:defRPr sz="112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52A2D"/>
                </a:solidFill>
              </a:defRPr>
            </a:pPr>
            <a:r>
              <a:rPr sz="1125" b="0">
                <a:solidFill>
                  <a:srgbClr val="252A2D"/>
                </a:solidFill>
              </a:rPr>
              <a:t>Add or revise an objective cost term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2FA86E-2634-4617-B1A8-A4A59423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146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E86B16"/>
                </a:solidFill>
              </a:defRPr>
            </a:defPPr>
            <a:lvl1pPr algn="l">
              <a:defRPr sz="1275" b="1">
                <a:solidFill>
                  <a:srgbClr val="E86B16"/>
                </a:solidFill>
              </a:defRPr>
            </a:lvl1pPr>
            <a:lvl2pPr algn="l">
              <a:defRPr sz="1275" b="1">
                <a:solidFill>
                  <a:srgbClr val="E86B16"/>
                </a:solidFill>
              </a:defRPr>
            </a:lvl2pPr>
            <a:lvl3pPr algn="l">
              <a:defRPr sz="1275" b="1">
                <a:solidFill>
                  <a:srgbClr val="E86B16"/>
                </a:solidFill>
              </a:defRPr>
            </a:lvl3pPr>
            <a:lvl4pPr algn="l">
              <a:defRPr sz="1275" b="1">
                <a:solidFill>
                  <a:srgbClr val="E86B16"/>
                </a:solidFill>
              </a:defRPr>
            </a:lvl4pPr>
            <a:lvl5pPr algn="l">
              <a:defRPr sz="1275" b="1">
                <a:solidFill>
                  <a:srgbClr val="E86B16"/>
                </a:solidFill>
              </a:defRPr>
            </a:lvl5pPr>
            <a:lvl6pPr algn="l">
              <a:defRPr sz="1275" b="1">
                <a:solidFill>
                  <a:srgbClr val="E86B16"/>
                </a:solidFill>
              </a:defRPr>
            </a:lvl6pPr>
            <a:lvl7pPr algn="l">
              <a:defRPr sz="1275" b="1">
                <a:solidFill>
                  <a:srgbClr val="E86B16"/>
                </a:solidFill>
              </a:defRPr>
            </a:lvl7pPr>
            <a:lvl8pPr algn="l">
              <a:defRPr sz="1275" b="1">
                <a:solidFill>
                  <a:srgbClr val="E86B16"/>
                </a:solidFill>
              </a:defRPr>
            </a:lvl8pPr>
            <a:lvl9pPr algn="l">
              <a:defRPr sz="1275" b="1">
                <a:solidFill>
                  <a:srgbClr val="E86B16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E86B16"/>
                </a:solidFill>
              </a:defRPr>
            </a:pPr>
            <a:r>
              <a:rPr sz="1275" b="1">
                <a:solidFill>
                  <a:srgbClr val="E86B16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021328-1153-4E4D-AB1B-B0028635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14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252A2D"/>
                </a:solidFill>
              </a:defRPr>
            </a:defPPr>
            <a:lvl1pPr algn="l">
              <a:defRPr sz="1125" b="0">
                <a:solidFill>
                  <a:srgbClr val="252A2D"/>
                </a:solidFill>
              </a:defRPr>
            </a:lvl1pPr>
            <a:lvl2pPr algn="l">
              <a:defRPr sz="1125" b="0">
                <a:solidFill>
                  <a:srgbClr val="252A2D"/>
                </a:solidFill>
              </a:defRPr>
            </a:lvl2pPr>
            <a:lvl3pPr algn="l">
              <a:defRPr sz="1125" b="0">
                <a:solidFill>
                  <a:srgbClr val="252A2D"/>
                </a:solidFill>
              </a:defRPr>
            </a:lvl3pPr>
            <a:lvl4pPr algn="l">
              <a:defRPr sz="1125" b="0">
                <a:solidFill>
                  <a:srgbClr val="252A2D"/>
                </a:solidFill>
              </a:defRPr>
            </a:lvl4pPr>
            <a:lvl5pPr algn="l">
              <a:defRPr sz="1125" b="0">
                <a:solidFill>
                  <a:srgbClr val="252A2D"/>
                </a:solidFill>
              </a:defRPr>
            </a:lvl5pPr>
            <a:lvl6pPr algn="l">
              <a:defRPr sz="1125" b="0">
                <a:solidFill>
                  <a:srgbClr val="252A2D"/>
                </a:solidFill>
              </a:defRPr>
            </a:lvl6pPr>
            <a:lvl7pPr algn="l">
              <a:defRPr sz="1125" b="0">
                <a:solidFill>
                  <a:srgbClr val="252A2D"/>
                </a:solidFill>
              </a:defRPr>
            </a:lvl7pPr>
            <a:lvl8pPr algn="l">
              <a:defRPr sz="1125" b="0">
                <a:solidFill>
                  <a:srgbClr val="252A2D"/>
                </a:solidFill>
              </a:defRPr>
            </a:lvl8pPr>
            <a:lvl9pPr algn="l">
              <a:defRPr sz="112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52A2D"/>
                </a:solidFill>
              </a:defRPr>
            </a:pPr>
            <a:r>
              <a:rPr sz="1125" b="0">
                <a:solidFill>
                  <a:srgbClr val="252A2D"/>
                </a:solidFill>
              </a:rPr>
              <a:t>Add / remove a named constraint block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102A5-70E4-4B4B-AD17-E17E20BE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384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E86B16"/>
                </a:solidFill>
              </a:defRPr>
            </a:defPPr>
            <a:lvl1pPr algn="l">
              <a:defRPr sz="1275" b="1">
                <a:solidFill>
                  <a:srgbClr val="E86B16"/>
                </a:solidFill>
              </a:defRPr>
            </a:lvl1pPr>
            <a:lvl2pPr algn="l">
              <a:defRPr sz="1275" b="1">
                <a:solidFill>
                  <a:srgbClr val="E86B16"/>
                </a:solidFill>
              </a:defRPr>
            </a:lvl2pPr>
            <a:lvl3pPr algn="l">
              <a:defRPr sz="1275" b="1">
                <a:solidFill>
                  <a:srgbClr val="E86B16"/>
                </a:solidFill>
              </a:defRPr>
            </a:lvl3pPr>
            <a:lvl4pPr algn="l">
              <a:defRPr sz="1275" b="1">
                <a:solidFill>
                  <a:srgbClr val="E86B16"/>
                </a:solidFill>
              </a:defRPr>
            </a:lvl4pPr>
            <a:lvl5pPr algn="l">
              <a:defRPr sz="1275" b="1">
                <a:solidFill>
                  <a:srgbClr val="E86B16"/>
                </a:solidFill>
              </a:defRPr>
            </a:lvl5pPr>
            <a:lvl6pPr algn="l">
              <a:defRPr sz="1275" b="1">
                <a:solidFill>
                  <a:srgbClr val="E86B16"/>
                </a:solidFill>
              </a:defRPr>
            </a:lvl6pPr>
            <a:lvl7pPr algn="l">
              <a:defRPr sz="1275" b="1">
                <a:solidFill>
                  <a:srgbClr val="E86B16"/>
                </a:solidFill>
              </a:defRPr>
            </a:lvl7pPr>
            <a:lvl8pPr algn="l">
              <a:defRPr sz="1275" b="1">
                <a:solidFill>
                  <a:srgbClr val="E86B16"/>
                </a:solidFill>
              </a:defRPr>
            </a:lvl8pPr>
            <a:lvl9pPr algn="l">
              <a:defRPr sz="1275" b="1">
                <a:solidFill>
                  <a:srgbClr val="E86B16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E86B16"/>
                </a:solidFill>
              </a:defRPr>
            </a:pPr>
            <a:r>
              <a:rPr sz="1275" b="1">
                <a:solidFill>
                  <a:srgbClr val="E86B16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D7C7B8-AC7A-4663-9B4B-03A604FB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384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252A2D"/>
                </a:solidFill>
              </a:defRPr>
            </a:defPPr>
            <a:lvl1pPr algn="l">
              <a:defRPr sz="1125" b="0">
                <a:solidFill>
                  <a:srgbClr val="252A2D"/>
                </a:solidFill>
              </a:defRPr>
            </a:lvl1pPr>
            <a:lvl2pPr algn="l">
              <a:defRPr sz="1125" b="0">
                <a:solidFill>
                  <a:srgbClr val="252A2D"/>
                </a:solidFill>
              </a:defRPr>
            </a:lvl2pPr>
            <a:lvl3pPr algn="l">
              <a:defRPr sz="1125" b="0">
                <a:solidFill>
                  <a:srgbClr val="252A2D"/>
                </a:solidFill>
              </a:defRPr>
            </a:lvl3pPr>
            <a:lvl4pPr algn="l">
              <a:defRPr sz="1125" b="0">
                <a:solidFill>
                  <a:srgbClr val="252A2D"/>
                </a:solidFill>
              </a:defRPr>
            </a:lvl4pPr>
            <a:lvl5pPr algn="l">
              <a:defRPr sz="1125" b="0">
                <a:solidFill>
                  <a:srgbClr val="252A2D"/>
                </a:solidFill>
              </a:defRPr>
            </a:lvl5pPr>
            <a:lvl6pPr algn="l">
              <a:defRPr sz="1125" b="0">
                <a:solidFill>
                  <a:srgbClr val="252A2D"/>
                </a:solidFill>
              </a:defRPr>
            </a:lvl6pPr>
            <a:lvl7pPr algn="l">
              <a:defRPr sz="1125" b="0">
                <a:solidFill>
                  <a:srgbClr val="252A2D"/>
                </a:solidFill>
              </a:defRPr>
            </a:lvl7pPr>
            <a:lvl8pPr algn="l">
              <a:defRPr sz="1125" b="0">
                <a:solidFill>
                  <a:srgbClr val="252A2D"/>
                </a:solidFill>
              </a:defRPr>
            </a:lvl8pPr>
            <a:lvl9pPr algn="l">
              <a:defRPr sz="112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52A2D"/>
                </a:solidFill>
              </a:defRPr>
            </a:pPr>
            <a:r>
              <a:rPr sz="1125" b="0">
                <a:solidFill>
                  <a:srgbClr val="252A2D"/>
                </a:solidFill>
              </a:rPr>
              <a:t>Replace PV with an IBR: variables + limits + cost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24A791-243D-469C-8410-66A42BD5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385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E86B16"/>
                </a:solidFill>
              </a:defRPr>
            </a:defPPr>
            <a:lvl1pPr algn="l">
              <a:defRPr sz="975" b="1">
                <a:solidFill>
                  <a:srgbClr val="E86B16"/>
                </a:solidFill>
              </a:defRPr>
            </a:lvl1pPr>
            <a:lvl2pPr algn="l">
              <a:defRPr sz="975" b="1">
                <a:solidFill>
                  <a:srgbClr val="E86B16"/>
                </a:solidFill>
              </a:defRPr>
            </a:lvl2pPr>
            <a:lvl3pPr algn="l">
              <a:defRPr sz="975" b="1">
                <a:solidFill>
                  <a:srgbClr val="E86B16"/>
                </a:solidFill>
              </a:defRPr>
            </a:lvl3pPr>
            <a:lvl4pPr algn="l">
              <a:defRPr sz="975" b="1">
                <a:solidFill>
                  <a:srgbClr val="E86B16"/>
                </a:solidFill>
              </a:defRPr>
            </a:lvl4pPr>
            <a:lvl5pPr algn="l">
              <a:defRPr sz="975" b="1">
                <a:solidFill>
                  <a:srgbClr val="E86B16"/>
                </a:solidFill>
              </a:defRPr>
            </a:lvl5pPr>
            <a:lvl6pPr algn="l">
              <a:defRPr sz="975" b="1">
                <a:solidFill>
                  <a:srgbClr val="E86B16"/>
                </a:solidFill>
              </a:defRPr>
            </a:lvl6pPr>
            <a:lvl7pPr algn="l">
              <a:defRPr sz="975" b="1">
                <a:solidFill>
                  <a:srgbClr val="E86B16"/>
                </a:solidFill>
              </a:defRPr>
            </a:lvl7pPr>
            <a:lvl8pPr algn="l">
              <a:defRPr sz="975" b="1">
                <a:solidFill>
                  <a:srgbClr val="E86B16"/>
                </a:solidFill>
              </a:defRPr>
            </a:lvl8pPr>
            <a:lvl9pPr algn="l">
              <a:defRPr sz="975" b="1">
                <a:solidFill>
                  <a:srgbClr val="E86B16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86B16"/>
                </a:solidFill>
              </a:defRPr>
            </a:pPr>
            <a:r>
              <a:rPr sz="975" b="1">
                <a:solidFill>
                  <a:srgbClr val="E86B16"/>
                </a:solidFill>
              </a:rPr>
              <a:t>Prioritize these structural edits in the formulation catalog.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6B1302-52B1-40AC-9B05-9768328F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803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678A2F-9660-4ADC-B6F4-4C515206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08000"/>
                </a:solidFill>
              </a:defRPr>
            </a:defPPr>
            <a:lvl1pPr algn="l">
              <a:defRPr sz="900" b="1">
                <a:solidFill>
                  <a:srgbClr val="008000"/>
                </a:solidFill>
              </a:defRPr>
            </a:lvl1pPr>
            <a:lvl2pPr algn="l">
              <a:defRPr sz="900" b="1">
                <a:solidFill>
                  <a:srgbClr val="008000"/>
                </a:solidFill>
              </a:defRPr>
            </a:lvl2pPr>
            <a:lvl3pPr algn="l">
              <a:defRPr sz="900" b="1">
                <a:solidFill>
                  <a:srgbClr val="008000"/>
                </a:solidFill>
              </a:defRPr>
            </a:lvl3pPr>
            <a:lvl4pPr algn="l">
              <a:defRPr sz="900" b="1">
                <a:solidFill>
                  <a:srgbClr val="008000"/>
                </a:solidFill>
              </a:defRPr>
            </a:lvl4pPr>
            <a:lvl5pPr algn="l">
              <a:defRPr sz="900" b="1">
                <a:solidFill>
                  <a:srgbClr val="008000"/>
                </a:solidFill>
              </a:defRPr>
            </a:lvl5pPr>
            <a:lvl6pPr algn="l">
              <a:defRPr sz="900" b="1">
                <a:solidFill>
                  <a:srgbClr val="008000"/>
                </a:solidFill>
              </a:defRPr>
            </a:lvl6pPr>
            <a:lvl7pPr algn="l">
              <a:defRPr sz="900" b="1">
                <a:solidFill>
                  <a:srgbClr val="008000"/>
                </a:solidFill>
              </a:defRPr>
            </a:lvl7pPr>
            <a:lvl8pPr algn="l">
              <a:defRPr sz="900" b="1">
                <a:solidFill>
                  <a:srgbClr val="008000"/>
                </a:solidFill>
              </a:defRPr>
            </a:lvl8pPr>
            <a:lvl9pPr algn="l">
              <a:defRPr sz="900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08000"/>
                </a:solidFill>
              </a:defRPr>
            </a:pPr>
            <a:r>
              <a:rPr sz="900" b="1">
                <a:solidFill>
                  <a:srgbClr val="008000"/>
                </a:solidFill>
              </a:rPr>
              <a:t>CLASSIFICATION RULE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035732-3B0E-4E71-A29B-5599BB32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05275"/>
            <a:ext cx="788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27343A"/>
                </a:solidFill>
              </a:defRPr>
            </a:defPPr>
            <a:lvl1pPr algn="l">
              <a:defRPr sz="1125" b="1">
                <a:solidFill>
                  <a:srgbClr val="27343A"/>
                </a:solidFill>
              </a:defRPr>
            </a:lvl1pPr>
            <a:lvl2pPr algn="l">
              <a:defRPr sz="1125" b="1">
                <a:solidFill>
                  <a:srgbClr val="27343A"/>
                </a:solidFill>
              </a:defRPr>
            </a:lvl2pPr>
            <a:lvl3pPr algn="l">
              <a:defRPr sz="1125" b="1">
                <a:solidFill>
                  <a:srgbClr val="27343A"/>
                </a:solidFill>
              </a:defRPr>
            </a:lvl3pPr>
            <a:lvl4pPr algn="l">
              <a:defRPr sz="1125" b="1">
                <a:solidFill>
                  <a:srgbClr val="27343A"/>
                </a:solidFill>
              </a:defRPr>
            </a:lvl4pPr>
            <a:lvl5pPr algn="l">
              <a:defRPr sz="1125" b="1">
                <a:solidFill>
                  <a:srgbClr val="27343A"/>
                </a:solidFill>
              </a:defRPr>
            </a:lvl5pPr>
            <a:lvl6pPr algn="l">
              <a:defRPr sz="1125" b="1">
                <a:solidFill>
                  <a:srgbClr val="27343A"/>
                </a:solidFill>
              </a:defRPr>
            </a:lvl6pPr>
            <a:lvl7pPr algn="l">
              <a:defRPr sz="1125" b="1">
                <a:solidFill>
                  <a:srgbClr val="27343A"/>
                </a:solidFill>
              </a:defRPr>
            </a:lvl7pPr>
            <a:lvl8pPr algn="l">
              <a:defRPr sz="1125" b="1">
                <a:solidFill>
                  <a:srgbClr val="27343A"/>
                </a:solidFill>
              </a:defRPr>
            </a:lvl8pPr>
            <a:lvl9pPr algn="l">
              <a:defRPr sz="1125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7343A"/>
                </a:solidFill>
              </a:defRPr>
            </a:pPr>
            <a:r>
              <a:rPr sz="1125" b="1">
                <a:solidFill>
                  <a:srgbClr val="27343A"/>
                </a:solidFill>
              </a:rPr>
              <a:t>Data / availability only  →  scenario     |     New variables, objective terms, or constraints  →  formulation</a:t>
            </a:r>
          </a:p>
        </p:txBody>
      </p:sp>
    </p:spTree>
    <p:extLst>
      <p:ext uri="{BB962C8B-B14F-4D97-AF65-F5344CB8AC3E}">
        <p14:creationId xmlns:p14="http://schemas.microsoft.com/office/powerpoint/2010/main" val="15085973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50652AC-E1F4-4DC2-A50E-FB8170BA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"/>
            <a:ext cx="8096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08000"/>
                </a:solidFill>
              </a:defRPr>
            </a:defPPr>
            <a:lvl1pPr algn="l">
              <a:defRPr sz="2025" b="1">
                <a:solidFill>
                  <a:srgbClr val="008000"/>
                </a:solidFill>
              </a:defRPr>
            </a:lvl1pPr>
            <a:lvl2pPr algn="l">
              <a:defRPr sz="2025" b="1">
                <a:solidFill>
                  <a:srgbClr val="008000"/>
                </a:solidFill>
              </a:defRPr>
            </a:lvl2pPr>
            <a:lvl3pPr algn="l">
              <a:defRPr sz="2025" b="1">
                <a:solidFill>
                  <a:srgbClr val="008000"/>
                </a:solidFill>
              </a:defRPr>
            </a:lvl3pPr>
            <a:lvl4pPr algn="l">
              <a:defRPr sz="2025" b="1">
                <a:solidFill>
                  <a:srgbClr val="008000"/>
                </a:solidFill>
              </a:defRPr>
            </a:lvl4pPr>
            <a:lvl5pPr algn="l">
              <a:defRPr sz="2025" b="1">
                <a:solidFill>
                  <a:srgbClr val="008000"/>
                </a:solidFill>
              </a:defRPr>
            </a:lvl5pPr>
            <a:lvl6pPr algn="l">
              <a:defRPr sz="2025" b="1">
                <a:solidFill>
                  <a:srgbClr val="008000"/>
                </a:solidFill>
              </a:defRPr>
            </a:lvl6pPr>
            <a:lvl7pPr algn="l">
              <a:defRPr sz="2025" b="1">
                <a:solidFill>
                  <a:srgbClr val="008000"/>
                </a:solidFill>
              </a:defRPr>
            </a:lvl7pPr>
            <a:lvl8pPr algn="l">
              <a:defRPr sz="2025" b="1">
                <a:solidFill>
                  <a:srgbClr val="008000"/>
                </a:solidFill>
              </a:defRPr>
            </a:lvl8pPr>
            <a:lvl9pPr algn="l">
              <a:defRPr sz="2025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8000"/>
                </a:solidFill>
              </a:defRPr>
            </a:pPr>
            <a:r>
              <a:rPr sz="2025" b="1">
                <a:solidFill>
                  <a:srgbClr val="008000"/>
                </a:solidFill>
              </a:rPr>
              <a:t>How to ensure the LLM executes a prompt correctly?</a:t>
            </a:r>
          </a:p>
        </p:txBody>
      </p:sp>
      <p:sp>
        <p:nvSpPr>
          <p:cNvPr id="2" name="Title rule">
            <a:extLst xmlns:a="http://schemas.openxmlformats.org/drawingml/2006/main">
              <a:ext uri="{FF2B5EF4-FFF2-40B4-BE49-F238E27FC236}">
                <a16:creationId xmlns:a16="http://schemas.microsoft.com/office/drawing/2014/main" id="{75531BA6-9862-4344-A5D7-2B79F280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 rule">
            <a:extLst xmlns:a="http://schemas.openxmlformats.org/drawingml/2006/main">
              <a:ext uri="{FF2B5EF4-FFF2-40B4-BE49-F238E27FC236}">
                <a16:creationId xmlns:a16="http://schemas.microsoft.com/office/drawing/2014/main" id="{F47AB9B0-6B45-45B6-BF8A-4CCAF439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BE1B6-F479-408B-AC39-FF4D845C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29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Monthly Meeting  ·  10/26/2026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F3CE5-0701-4F1E-A31E-E860A40A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291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D9A8B-07A4-4C3F-9782-0E30405C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2475"/>
            <a:ext cx="804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B6266"/>
                </a:solidFill>
              </a:defRPr>
            </a:defPPr>
            <a:lvl1pPr algn="l">
              <a:defRPr sz="1275" b="0">
                <a:solidFill>
                  <a:srgbClr val="5B6266"/>
                </a:solidFill>
              </a:defRPr>
            </a:lvl1pPr>
            <a:lvl2pPr algn="l">
              <a:defRPr sz="1275" b="0">
                <a:solidFill>
                  <a:srgbClr val="5B6266"/>
                </a:solidFill>
              </a:defRPr>
            </a:lvl2pPr>
            <a:lvl3pPr algn="l">
              <a:defRPr sz="1275" b="0">
                <a:solidFill>
                  <a:srgbClr val="5B6266"/>
                </a:solidFill>
              </a:defRPr>
            </a:lvl3pPr>
            <a:lvl4pPr algn="l">
              <a:defRPr sz="1275" b="0">
                <a:solidFill>
                  <a:srgbClr val="5B6266"/>
                </a:solidFill>
              </a:defRPr>
            </a:lvl4pPr>
            <a:lvl5pPr algn="l">
              <a:defRPr sz="1275" b="0">
                <a:solidFill>
                  <a:srgbClr val="5B6266"/>
                </a:solidFill>
              </a:defRPr>
            </a:lvl5pPr>
            <a:lvl6pPr algn="l">
              <a:defRPr sz="1275" b="0">
                <a:solidFill>
                  <a:srgbClr val="5B6266"/>
                </a:solidFill>
              </a:defRPr>
            </a:lvl6pPr>
            <a:lvl7pPr algn="l">
              <a:defRPr sz="1275" b="0">
                <a:solidFill>
                  <a:srgbClr val="5B6266"/>
                </a:solidFill>
              </a:defRPr>
            </a:lvl7pPr>
            <a:lvl8pPr algn="l">
              <a:defRPr sz="1275" b="0">
                <a:solidFill>
                  <a:srgbClr val="5B6266"/>
                </a:solidFill>
              </a:defRPr>
            </a:lvl8pPr>
            <a:lvl9pPr algn="l">
              <a:defRPr sz="1275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B6266"/>
                </a:solidFill>
              </a:defRPr>
            </a:pPr>
            <a:r>
              <a:rPr sz="1275" b="0">
                <a:solidFill>
                  <a:srgbClr val="5B6266"/>
                </a:solidFill>
              </a:rPr>
              <a:t>Treat execution as a verifiable transaction, not a reasoning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F687D-A73F-4FDC-9BB0-C502116B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0175"/>
            <a:ext cx="1200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D2D11-59B1-4F63-B49F-27A8F508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647078"/>
                </a:solidFill>
              </a:defRPr>
            </a:defPPr>
            <a:lvl1pPr algn="ctr">
              <a:defRPr sz="825" b="1">
                <a:solidFill>
                  <a:srgbClr val="647078"/>
                </a:solidFill>
              </a:defRPr>
            </a:lvl1pPr>
            <a:lvl2pPr algn="ctr">
              <a:defRPr sz="825" b="1">
                <a:solidFill>
                  <a:srgbClr val="647078"/>
                </a:solidFill>
              </a:defRPr>
            </a:lvl2pPr>
            <a:lvl3pPr algn="ctr">
              <a:defRPr sz="825" b="1">
                <a:solidFill>
                  <a:srgbClr val="647078"/>
                </a:solidFill>
              </a:defRPr>
            </a:lvl3pPr>
            <a:lvl4pPr algn="ctr">
              <a:defRPr sz="825" b="1">
                <a:solidFill>
                  <a:srgbClr val="647078"/>
                </a:solidFill>
              </a:defRPr>
            </a:lvl4pPr>
            <a:lvl5pPr algn="ctr">
              <a:defRPr sz="825" b="1">
                <a:solidFill>
                  <a:srgbClr val="647078"/>
                </a:solidFill>
              </a:defRPr>
            </a:lvl5pPr>
            <a:lvl6pPr algn="ctr">
              <a:defRPr sz="825" b="1">
                <a:solidFill>
                  <a:srgbClr val="647078"/>
                </a:solidFill>
              </a:defRPr>
            </a:lvl6pPr>
            <a:lvl7pPr algn="ctr">
              <a:defRPr sz="825" b="1">
                <a:solidFill>
                  <a:srgbClr val="647078"/>
                </a:solidFill>
              </a:defRPr>
            </a:lvl7pPr>
            <a:lvl8pPr algn="ctr">
              <a:defRPr sz="825" b="1">
                <a:solidFill>
                  <a:srgbClr val="647078"/>
                </a:solidFill>
              </a:defRPr>
            </a:lvl8pPr>
            <a:lvl9pPr algn="ctr">
              <a:defRPr sz="825" b="1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647078"/>
                </a:solidFill>
              </a:defRPr>
            </a:pPr>
            <a:r>
              <a:rPr sz="825" b="1">
                <a:solidFill>
                  <a:srgbClr val="647078"/>
                </a:solidFill>
              </a:rPr>
              <a:t>1 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7B192-0BF2-4B0D-BA39-D17508F3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27343A"/>
                </a:solidFill>
              </a:defRPr>
            </a:defPPr>
            <a:lvl1pPr algn="ctr">
              <a:defRPr sz="1125" b="1">
                <a:solidFill>
                  <a:srgbClr val="27343A"/>
                </a:solidFill>
              </a:defRPr>
            </a:lvl1pPr>
            <a:lvl2pPr algn="ctr">
              <a:defRPr sz="1125" b="1">
                <a:solidFill>
                  <a:srgbClr val="27343A"/>
                </a:solidFill>
              </a:defRPr>
            </a:lvl2pPr>
            <a:lvl3pPr algn="ctr">
              <a:defRPr sz="1125" b="1">
                <a:solidFill>
                  <a:srgbClr val="27343A"/>
                </a:solidFill>
              </a:defRPr>
            </a:lvl3pPr>
            <a:lvl4pPr algn="ctr">
              <a:defRPr sz="1125" b="1">
                <a:solidFill>
                  <a:srgbClr val="27343A"/>
                </a:solidFill>
              </a:defRPr>
            </a:lvl4pPr>
            <a:lvl5pPr algn="ctr">
              <a:defRPr sz="1125" b="1">
                <a:solidFill>
                  <a:srgbClr val="27343A"/>
                </a:solidFill>
              </a:defRPr>
            </a:lvl5pPr>
            <a:lvl6pPr algn="ctr">
              <a:defRPr sz="1125" b="1">
                <a:solidFill>
                  <a:srgbClr val="27343A"/>
                </a:solidFill>
              </a:defRPr>
            </a:lvl6pPr>
            <a:lvl7pPr algn="ctr">
              <a:defRPr sz="1125" b="1">
                <a:solidFill>
                  <a:srgbClr val="27343A"/>
                </a:solidFill>
              </a:defRPr>
            </a:lvl7pPr>
            <a:lvl8pPr algn="ctr">
              <a:defRPr sz="1125" b="1">
                <a:solidFill>
                  <a:srgbClr val="27343A"/>
                </a:solidFill>
              </a:defRPr>
            </a:lvl8pPr>
            <a:lvl9pPr algn="ctr">
              <a:defRPr sz="1125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7343A"/>
                </a:solidFill>
              </a:defRPr>
            </a:pPr>
            <a:r>
              <a:rPr sz="1125" b="1">
                <a:solidFill>
                  <a:srgbClr val="27343A"/>
                </a:solidFill>
              </a:rPr>
              <a:t>“Set a = 0.9”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3AA8B-6ABC-4509-A840-C1A7460A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2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5B6266"/>
                </a:solidFill>
              </a:defRPr>
            </a:defPPr>
            <a:lvl1pPr algn="ctr">
              <a:defRPr sz="900" b="0">
                <a:solidFill>
                  <a:srgbClr val="5B6266"/>
                </a:solidFill>
              </a:defRPr>
            </a:lvl1pPr>
            <a:lvl2pPr algn="ctr">
              <a:defRPr sz="900" b="0">
                <a:solidFill>
                  <a:srgbClr val="5B6266"/>
                </a:solidFill>
              </a:defRPr>
            </a:lvl2pPr>
            <a:lvl3pPr algn="ctr">
              <a:defRPr sz="900" b="0">
                <a:solidFill>
                  <a:srgbClr val="5B6266"/>
                </a:solidFill>
              </a:defRPr>
            </a:lvl3pPr>
            <a:lvl4pPr algn="ctr">
              <a:defRPr sz="900" b="0">
                <a:solidFill>
                  <a:srgbClr val="5B6266"/>
                </a:solidFill>
              </a:defRPr>
            </a:lvl4pPr>
            <a:lvl5pPr algn="ctr">
              <a:defRPr sz="900" b="0">
                <a:solidFill>
                  <a:srgbClr val="5B6266"/>
                </a:solidFill>
              </a:defRPr>
            </a:lvl5pPr>
            <a:lvl6pPr algn="ctr">
              <a:defRPr sz="900" b="0">
                <a:solidFill>
                  <a:srgbClr val="5B6266"/>
                </a:solidFill>
              </a:defRPr>
            </a:lvl6pPr>
            <a:lvl7pPr algn="ctr">
              <a:defRPr sz="900" b="0">
                <a:solidFill>
                  <a:srgbClr val="5B6266"/>
                </a:solidFill>
              </a:defRPr>
            </a:lvl7pPr>
            <a:lvl8pPr algn="ctr">
              <a:defRPr sz="900" b="0">
                <a:solidFill>
                  <a:srgbClr val="5B6266"/>
                </a:solidFill>
              </a:defRPr>
            </a:lvl8pPr>
            <a:lvl9pPr algn="ctr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Target +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F8F92-BEA7-4CA9-9BD6-61198555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400175"/>
            <a:ext cx="13811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1CDDD-BA33-45F8-8FDD-81AF66F0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5049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647078"/>
                </a:solidFill>
              </a:defRPr>
            </a:defPPr>
            <a:lvl1pPr algn="ctr">
              <a:defRPr sz="825" b="1">
                <a:solidFill>
                  <a:srgbClr val="647078"/>
                </a:solidFill>
              </a:defRPr>
            </a:lvl1pPr>
            <a:lvl2pPr algn="ctr">
              <a:defRPr sz="825" b="1">
                <a:solidFill>
                  <a:srgbClr val="647078"/>
                </a:solidFill>
              </a:defRPr>
            </a:lvl2pPr>
            <a:lvl3pPr algn="ctr">
              <a:defRPr sz="825" b="1">
                <a:solidFill>
                  <a:srgbClr val="647078"/>
                </a:solidFill>
              </a:defRPr>
            </a:lvl3pPr>
            <a:lvl4pPr algn="ctr">
              <a:defRPr sz="825" b="1">
                <a:solidFill>
                  <a:srgbClr val="647078"/>
                </a:solidFill>
              </a:defRPr>
            </a:lvl4pPr>
            <a:lvl5pPr algn="ctr">
              <a:defRPr sz="825" b="1">
                <a:solidFill>
                  <a:srgbClr val="647078"/>
                </a:solidFill>
              </a:defRPr>
            </a:lvl5pPr>
            <a:lvl6pPr algn="ctr">
              <a:defRPr sz="825" b="1">
                <a:solidFill>
                  <a:srgbClr val="647078"/>
                </a:solidFill>
              </a:defRPr>
            </a:lvl6pPr>
            <a:lvl7pPr algn="ctr">
              <a:defRPr sz="825" b="1">
                <a:solidFill>
                  <a:srgbClr val="647078"/>
                </a:solidFill>
              </a:defRPr>
            </a:lvl7pPr>
            <a:lvl8pPr algn="ctr">
              <a:defRPr sz="825" b="1">
                <a:solidFill>
                  <a:srgbClr val="647078"/>
                </a:solidFill>
              </a:defRPr>
            </a:lvl8pPr>
            <a:lvl9pPr algn="ctr">
              <a:defRPr sz="825" b="1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647078"/>
                </a:solidFill>
              </a:defRPr>
            </a:pPr>
            <a:r>
              <a:rPr sz="825" b="1">
                <a:solidFill>
                  <a:srgbClr val="647078"/>
                </a:solidFill>
              </a:rPr>
              <a:t>2 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FF2099-551A-4B88-9C44-3BA02B1E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7335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27343A"/>
                </a:solidFill>
              </a:defRPr>
            </a:defPPr>
            <a:lvl1pPr algn="ctr">
              <a:defRPr sz="1200" b="1">
                <a:solidFill>
                  <a:srgbClr val="27343A"/>
                </a:solidFill>
              </a:defRPr>
            </a:lvl1pPr>
            <a:lvl2pPr algn="ctr">
              <a:defRPr sz="1200" b="1">
                <a:solidFill>
                  <a:srgbClr val="27343A"/>
                </a:solidFill>
              </a:defRPr>
            </a:lvl2pPr>
            <a:lvl3pPr algn="ctr">
              <a:defRPr sz="1200" b="1">
                <a:solidFill>
                  <a:srgbClr val="27343A"/>
                </a:solidFill>
              </a:defRPr>
            </a:lvl3pPr>
            <a:lvl4pPr algn="ctr">
              <a:defRPr sz="1200" b="1">
                <a:solidFill>
                  <a:srgbClr val="27343A"/>
                </a:solidFill>
              </a:defRPr>
            </a:lvl4pPr>
            <a:lvl5pPr algn="ctr">
              <a:defRPr sz="1200" b="1">
                <a:solidFill>
                  <a:srgbClr val="27343A"/>
                </a:solidFill>
              </a:defRPr>
            </a:lvl5pPr>
            <a:lvl6pPr algn="ctr">
              <a:defRPr sz="1200" b="1">
                <a:solidFill>
                  <a:srgbClr val="27343A"/>
                </a:solidFill>
              </a:defRPr>
            </a:lvl6pPr>
            <a:lvl7pPr algn="ctr">
              <a:defRPr sz="1200" b="1">
                <a:solidFill>
                  <a:srgbClr val="27343A"/>
                </a:solidFill>
              </a:defRPr>
            </a:lvl7pPr>
            <a:lvl8pPr algn="ctr">
              <a:defRPr sz="1200" b="1">
                <a:solidFill>
                  <a:srgbClr val="27343A"/>
                </a:solidFill>
              </a:defRPr>
            </a:lvl8pPr>
            <a:lvl9pPr algn="ctr">
              <a:defRPr sz="120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27343A"/>
                </a:solidFill>
              </a:defRPr>
            </a:pPr>
            <a:r>
              <a:rPr sz="1200" b="1">
                <a:solidFill>
                  <a:srgbClr val="27343A"/>
                </a:solidFill>
              </a:rPr>
              <a:t>a := 0.9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66A0C-73F3-4716-B13B-503E3BB3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114550"/>
            <a:ext cx="120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5B6266"/>
                </a:solidFill>
              </a:defRPr>
            </a:defPPr>
            <a:lvl1pPr algn="ctr">
              <a:defRPr sz="900" b="0">
                <a:solidFill>
                  <a:srgbClr val="5B6266"/>
                </a:solidFill>
              </a:defRPr>
            </a:lvl1pPr>
            <a:lvl2pPr algn="ctr">
              <a:defRPr sz="900" b="0">
                <a:solidFill>
                  <a:srgbClr val="5B6266"/>
                </a:solidFill>
              </a:defRPr>
            </a:lvl2pPr>
            <a:lvl3pPr algn="ctr">
              <a:defRPr sz="900" b="0">
                <a:solidFill>
                  <a:srgbClr val="5B6266"/>
                </a:solidFill>
              </a:defRPr>
            </a:lvl3pPr>
            <a:lvl4pPr algn="ctr">
              <a:defRPr sz="900" b="0">
                <a:solidFill>
                  <a:srgbClr val="5B6266"/>
                </a:solidFill>
              </a:defRPr>
            </a:lvl4pPr>
            <a:lvl5pPr algn="ctr">
              <a:defRPr sz="900" b="0">
                <a:solidFill>
                  <a:srgbClr val="5B6266"/>
                </a:solidFill>
              </a:defRPr>
            </a:lvl5pPr>
            <a:lvl6pPr algn="ctr">
              <a:defRPr sz="900" b="0">
                <a:solidFill>
                  <a:srgbClr val="5B6266"/>
                </a:solidFill>
              </a:defRPr>
            </a:lvl6pPr>
            <a:lvl7pPr algn="ctr">
              <a:defRPr sz="900" b="0">
                <a:solidFill>
                  <a:srgbClr val="5B6266"/>
                </a:solidFill>
              </a:defRPr>
            </a:lvl7pPr>
            <a:lvl8pPr algn="ctr">
              <a:defRPr sz="900" b="0">
                <a:solidFill>
                  <a:srgbClr val="5B6266"/>
                </a:solidFill>
              </a:defRPr>
            </a:lvl8pPr>
            <a:lvl9pPr algn="ctr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Typed, scoped</a:t>
            </a:r>
          </a:p>
          <a:p xmlns:a="http://schemas.openxmlformats.org/drawingml/2006/main"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operation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135C3-B7FB-47AC-A5E7-46D7569C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400175"/>
            <a:ext cx="13811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17742A-3CA6-4915-88D8-6B1057A2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5049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647078"/>
                </a:solidFill>
              </a:defRPr>
            </a:defPPr>
            <a:lvl1pPr algn="ctr">
              <a:defRPr sz="825" b="1">
                <a:solidFill>
                  <a:srgbClr val="647078"/>
                </a:solidFill>
              </a:defRPr>
            </a:lvl1pPr>
            <a:lvl2pPr algn="ctr">
              <a:defRPr sz="825" b="1">
                <a:solidFill>
                  <a:srgbClr val="647078"/>
                </a:solidFill>
              </a:defRPr>
            </a:lvl2pPr>
            <a:lvl3pPr algn="ctr">
              <a:defRPr sz="825" b="1">
                <a:solidFill>
                  <a:srgbClr val="647078"/>
                </a:solidFill>
              </a:defRPr>
            </a:lvl3pPr>
            <a:lvl4pPr algn="ctr">
              <a:defRPr sz="825" b="1">
                <a:solidFill>
                  <a:srgbClr val="647078"/>
                </a:solidFill>
              </a:defRPr>
            </a:lvl4pPr>
            <a:lvl5pPr algn="ctr">
              <a:defRPr sz="825" b="1">
                <a:solidFill>
                  <a:srgbClr val="647078"/>
                </a:solidFill>
              </a:defRPr>
            </a:lvl5pPr>
            <a:lvl6pPr algn="ctr">
              <a:defRPr sz="825" b="1">
                <a:solidFill>
                  <a:srgbClr val="647078"/>
                </a:solidFill>
              </a:defRPr>
            </a:lvl6pPr>
            <a:lvl7pPr algn="ctr">
              <a:defRPr sz="825" b="1">
                <a:solidFill>
                  <a:srgbClr val="647078"/>
                </a:solidFill>
              </a:defRPr>
            </a:lvl7pPr>
            <a:lvl8pPr algn="ctr">
              <a:defRPr sz="825" b="1">
                <a:solidFill>
                  <a:srgbClr val="647078"/>
                </a:solidFill>
              </a:defRPr>
            </a:lvl8pPr>
            <a:lvl9pPr algn="ctr">
              <a:defRPr sz="825" b="1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647078"/>
                </a:solidFill>
              </a:defRPr>
            </a:pPr>
            <a:r>
              <a:rPr sz="825" b="1">
                <a:solidFill>
                  <a:srgbClr val="647078"/>
                </a:solidFill>
              </a:rPr>
              <a:t>3  PRECHECK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CF584-6F99-4930-8574-7297A588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7335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27343A"/>
                </a:solidFill>
              </a:defRPr>
            </a:defPPr>
            <a:lvl1pPr algn="ctr">
              <a:defRPr sz="1200" b="1">
                <a:solidFill>
                  <a:srgbClr val="27343A"/>
                </a:solidFill>
              </a:defRPr>
            </a:lvl1pPr>
            <a:lvl2pPr algn="ctr">
              <a:defRPr sz="1200" b="1">
                <a:solidFill>
                  <a:srgbClr val="27343A"/>
                </a:solidFill>
              </a:defRPr>
            </a:lvl2pPr>
            <a:lvl3pPr algn="ctr">
              <a:defRPr sz="1200" b="1">
                <a:solidFill>
                  <a:srgbClr val="27343A"/>
                </a:solidFill>
              </a:defRPr>
            </a:lvl3pPr>
            <a:lvl4pPr algn="ctr">
              <a:defRPr sz="1200" b="1">
                <a:solidFill>
                  <a:srgbClr val="27343A"/>
                </a:solidFill>
              </a:defRPr>
            </a:lvl4pPr>
            <a:lvl5pPr algn="ctr">
              <a:defRPr sz="1200" b="1">
                <a:solidFill>
                  <a:srgbClr val="27343A"/>
                </a:solidFill>
              </a:defRPr>
            </a:lvl5pPr>
            <a:lvl6pPr algn="ctr">
              <a:defRPr sz="1200" b="1">
                <a:solidFill>
                  <a:srgbClr val="27343A"/>
                </a:solidFill>
              </a:defRPr>
            </a:lvl6pPr>
            <a:lvl7pPr algn="ctr">
              <a:defRPr sz="1200" b="1">
                <a:solidFill>
                  <a:srgbClr val="27343A"/>
                </a:solidFill>
              </a:defRPr>
            </a:lvl7pPr>
            <a:lvl8pPr algn="ctr">
              <a:defRPr sz="1200" b="1">
                <a:solidFill>
                  <a:srgbClr val="27343A"/>
                </a:solidFill>
              </a:defRPr>
            </a:lvl8pPr>
            <a:lvl9pPr algn="ctr">
              <a:defRPr sz="120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27343A"/>
                </a:solidFill>
              </a:defRPr>
            </a:pPr>
            <a:r>
              <a:rPr sz="1200" b="1">
                <a:solidFill>
                  <a:srgbClr val="27343A"/>
                </a:solidFill>
              </a:rPr>
              <a:t>a exists · in range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7B559C-52D1-4C36-9DE6-3D79ED65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14550"/>
            <a:ext cx="120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5B6266"/>
                </a:solidFill>
              </a:defRPr>
            </a:defPPr>
            <a:lvl1pPr algn="ctr">
              <a:defRPr sz="900" b="0">
                <a:solidFill>
                  <a:srgbClr val="5B6266"/>
                </a:solidFill>
              </a:defRPr>
            </a:lvl1pPr>
            <a:lvl2pPr algn="ctr">
              <a:defRPr sz="900" b="0">
                <a:solidFill>
                  <a:srgbClr val="5B6266"/>
                </a:solidFill>
              </a:defRPr>
            </a:lvl2pPr>
            <a:lvl3pPr algn="ctr">
              <a:defRPr sz="900" b="0">
                <a:solidFill>
                  <a:srgbClr val="5B6266"/>
                </a:solidFill>
              </a:defRPr>
            </a:lvl3pPr>
            <a:lvl4pPr algn="ctr">
              <a:defRPr sz="900" b="0">
                <a:solidFill>
                  <a:srgbClr val="5B6266"/>
                </a:solidFill>
              </a:defRPr>
            </a:lvl4pPr>
            <a:lvl5pPr algn="ctr">
              <a:defRPr sz="900" b="0">
                <a:solidFill>
                  <a:srgbClr val="5B6266"/>
                </a:solidFill>
              </a:defRPr>
            </a:lvl5pPr>
            <a:lvl6pPr algn="ctr">
              <a:defRPr sz="900" b="0">
                <a:solidFill>
                  <a:srgbClr val="5B6266"/>
                </a:solidFill>
              </a:defRPr>
            </a:lvl6pPr>
            <a:lvl7pPr algn="ctr">
              <a:defRPr sz="900" b="0">
                <a:solidFill>
                  <a:srgbClr val="5B6266"/>
                </a:solidFill>
              </a:defRPr>
            </a:lvl7pPr>
            <a:lvl8pPr algn="ctr">
              <a:defRPr sz="900" b="0">
                <a:solidFill>
                  <a:srgbClr val="5B6266"/>
                </a:solidFill>
              </a:defRPr>
            </a:lvl8pPr>
            <a:lvl9pPr algn="ctr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Routine · units ·</a:t>
            </a:r>
          </a:p>
          <a:p xmlns:a="http://schemas.openxmlformats.org/drawingml/2006/main"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preconditions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D7FB9B-846E-4080-8D37-EAE3A209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00175"/>
            <a:ext cx="13811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542200-7985-4F97-A390-05923288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5049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647078"/>
                </a:solidFill>
              </a:defRPr>
            </a:defPPr>
            <a:lvl1pPr algn="ctr">
              <a:defRPr sz="825" b="1">
                <a:solidFill>
                  <a:srgbClr val="647078"/>
                </a:solidFill>
              </a:defRPr>
            </a:lvl1pPr>
            <a:lvl2pPr algn="ctr">
              <a:defRPr sz="825" b="1">
                <a:solidFill>
                  <a:srgbClr val="647078"/>
                </a:solidFill>
              </a:defRPr>
            </a:lvl2pPr>
            <a:lvl3pPr algn="ctr">
              <a:defRPr sz="825" b="1">
                <a:solidFill>
                  <a:srgbClr val="647078"/>
                </a:solidFill>
              </a:defRPr>
            </a:lvl3pPr>
            <a:lvl4pPr algn="ctr">
              <a:defRPr sz="825" b="1">
                <a:solidFill>
                  <a:srgbClr val="647078"/>
                </a:solidFill>
              </a:defRPr>
            </a:lvl4pPr>
            <a:lvl5pPr algn="ctr">
              <a:defRPr sz="825" b="1">
                <a:solidFill>
                  <a:srgbClr val="647078"/>
                </a:solidFill>
              </a:defRPr>
            </a:lvl5pPr>
            <a:lvl6pPr algn="ctr">
              <a:defRPr sz="825" b="1">
                <a:solidFill>
                  <a:srgbClr val="647078"/>
                </a:solidFill>
              </a:defRPr>
            </a:lvl6pPr>
            <a:lvl7pPr algn="ctr">
              <a:defRPr sz="825" b="1">
                <a:solidFill>
                  <a:srgbClr val="647078"/>
                </a:solidFill>
              </a:defRPr>
            </a:lvl7pPr>
            <a:lvl8pPr algn="ctr">
              <a:defRPr sz="825" b="1">
                <a:solidFill>
                  <a:srgbClr val="647078"/>
                </a:solidFill>
              </a:defRPr>
            </a:lvl8pPr>
            <a:lvl9pPr algn="ctr">
              <a:defRPr sz="825" b="1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647078"/>
                </a:solidFill>
              </a:defRPr>
            </a:pPr>
            <a:r>
              <a:rPr sz="825" b="1">
                <a:solidFill>
                  <a:srgbClr val="647078"/>
                </a:solidFill>
              </a:rPr>
              <a:t>4  APPLY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D767D3-FEE9-4422-8E16-AB8BC7DD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335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27343A"/>
                </a:solidFill>
              </a:defRPr>
            </a:defPPr>
            <a:lvl1pPr algn="ctr">
              <a:defRPr sz="1200" b="1">
                <a:solidFill>
                  <a:srgbClr val="27343A"/>
                </a:solidFill>
              </a:defRPr>
            </a:lvl1pPr>
            <a:lvl2pPr algn="ctr">
              <a:defRPr sz="1200" b="1">
                <a:solidFill>
                  <a:srgbClr val="27343A"/>
                </a:solidFill>
              </a:defRPr>
            </a:lvl2pPr>
            <a:lvl3pPr algn="ctr">
              <a:defRPr sz="1200" b="1">
                <a:solidFill>
                  <a:srgbClr val="27343A"/>
                </a:solidFill>
              </a:defRPr>
            </a:lvl3pPr>
            <a:lvl4pPr algn="ctr">
              <a:defRPr sz="1200" b="1">
                <a:solidFill>
                  <a:srgbClr val="27343A"/>
                </a:solidFill>
              </a:defRPr>
            </a:lvl4pPr>
            <a:lvl5pPr algn="ctr">
              <a:defRPr sz="1200" b="1">
                <a:solidFill>
                  <a:srgbClr val="27343A"/>
                </a:solidFill>
              </a:defRPr>
            </a:lvl5pPr>
            <a:lvl6pPr algn="ctr">
              <a:defRPr sz="1200" b="1">
                <a:solidFill>
                  <a:srgbClr val="27343A"/>
                </a:solidFill>
              </a:defRPr>
            </a:lvl6pPr>
            <a:lvl7pPr algn="ctr">
              <a:defRPr sz="1200" b="1">
                <a:solidFill>
                  <a:srgbClr val="27343A"/>
                </a:solidFill>
              </a:defRPr>
            </a:lvl7pPr>
            <a:lvl8pPr algn="ctr">
              <a:defRPr sz="1200" b="1">
                <a:solidFill>
                  <a:srgbClr val="27343A"/>
                </a:solidFill>
              </a:defRPr>
            </a:lvl8pPr>
            <a:lvl9pPr algn="ctr">
              <a:defRPr sz="120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27343A"/>
                </a:solidFill>
              </a:defRPr>
            </a:pPr>
            <a:r>
              <a:rPr sz="1200" b="1">
                <a:solidFill>
                  <a:srgbClr val="27343A"/>
                </a:solidFill>
              </a:rPr>
              <a:t>Declared edit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1A8C65-594A-4627-8703-1977D437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114550"/>
            <a:ext cx="120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5B6266"/>
                </a:solidFill>
              </a:defRPr>
            </a:defPPr>
            <a:lvl1pPr algn="ctr">
              <a:defRPr sz="900" b="0">
                <a:solidFill>
                  <a:srgbClr val="5B6266"/>
                </a:solidFill>
              </a:defRPr>
            </a:lvl1pPr>
            <a:lvl2pPr algn="ctr">
              <a:defRPr sz="900" b="0">
                <a:solidFill>
                  <a:srgbClr val="5B6266"/>
                </a:solidFill>
              </a:defRPr>
            </a:lvl2pPr>
            <a:lvl3pPr algn="ctr">
              <a:defRPr sz="900" b="0">
                <a:solidFill>
                  <a:srgbClr val="5B6266"/>
                </a:solidFill>
              </a:defRPr>
            </a:lvl3pPr>
            <a:lvl4pPr algn="ctr">
              <a:defRPr sz="900" b="0">
                <a:solidFill>
                  <a:srgbClr val="5B6266"/>
                </a:solidFill>
              </a:defRPr>
            </a:lvl4pPr>
            <a:lvl5pPr algn="ctr">
              <a:defRPr sz="900" b="0">
                <a:solidFill>
                  <a:srgbClr val="5B6266"/>
                </a:solidFill>
              </a:defRPr>
            </a:lvl5pPr>
            <a:lvl6pPr algn="ctr">
              <a:defRPr sz="900" b="0">
                <a:solidFill>
                  <a:srgbClr val="5B6266"/>
                </a:solidFill>
              </a:defRPr>
            </a:lvl6pPr>
            <a:lvl7pPr algn="ctr">
              <a:defRPr sz="900" b="0">
                <a:solidFill>
                  <a:srgbClr val="5B6266"/>
                </a:solidFill>
              </a:defRPr>
            </a:lvl7pPr>
            <a:lvl8pPr algn="ctr">
              <a:defRPr sz="900" b="0">
                <a:solidFill>
                  <a:srgbClr val="5B6266"/>
                </a:solidFill>
              </a:defRPr>
            </a:lvl8pPr>
            <a:lvl9pPr algn="ctr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One controlled</a:t>
            </a:r>
          </a:p>
          <a:p xmlns:a="http://schemas.openxmlformats.org/drawingml/2006/main"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model operation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7199C8-7630-4A30-B524-D707BEC0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400175"/>
            <a:ext cx="197167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5EA"/>
          </a:solidFill>
          <a:ln xmlns:a="http://schemas.openxmlformats.org/drawingml/2006/main" w="14288">
            <a:solidFill>
              <a:srgbClr val="80B78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1301FF-70D4-4DBF-9830-8258BCA7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504950"/>
            <a:ext cx="1781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008000"/>
                </a:solidFill>
              </a:defRPr>
            </a:defPPr>
            <a:lvl1pPr algn="ctr">
              <a:defRPr sz="825" b="1">
                <a:solidFill>
                  <a:srgbClr val="008000"/>
                </a:solidFill>
              </a:defRPr>
            </a:lvl1pPr>
            <a:lvl2pPr algn="ctr">
              <a:defRPr sz="825" b="1">
                <a:solidFill>
                  <a:srgbClr val="008000"/>
                </a:solidFill>
              </a:defRPr>
            </a:lvl2pPr>
            <a:lvl3pPr algn="ctr">
              <a:defRPr sz="825" b="1">
                <a:solidFill>
                  <a:srgbClr val="008000"/>
                </a:solidFill>
              </a:defRPr>
            </a:lvl3pPr>
            <a:lvl4pPr algn="ctr">
              <a:defRPr sz="825" b="1">
                <a:solidFill>
                  <a:srgbClr val="008000"/>
                </a:solidFill>
              </a:defRPr>
            </a:lvl4pPr>
            <a:lvl5pPr algn="ctr">
              <a:defRPr sz="825" b="1">
                <a:solidFill>
                  <a:srgbClr val="008000"/>
                </a:solidFill>
              </a:defRPr>
            </a:lvl5pPr>
            <a:lvl6pPr algn="ctr">
              <a:defRPr sz="825" b="1">
                <a:solidFill>
                  <a:srgbClr val="008000"/>
                </a:solidFill>
              </a:defRPr>
            </a:lvl6pPr>
            <a:lvl7pPr algn="ctr">
              <a:defRPr sz="825" b="1">
                <a:solidFill>
                  <a:srgbClr val="008000"/>
                </a:solidFill>
              </a:defRPr>
            </a:lvl7pPr>
            <a:lvl8pPr algn="ctr">
              <a:defRPr sz="825" b="1">
                <a:solidFill>
                  <a:srgbClr val="008000"/>
                </a:solidFill>
              </a:defRPr>
            </a:lvl8pPr>
            <a:lvl9pPr algn="ctr">
              <a:defRPr sz="825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008000"/>
                </a:solidFill>
              </a:defRPr>
            </a:pPr>
            <a:r>
              <a:rPr sz="825" b="1">
                <a:solidFill>
                  <a:srgbClr val="008000"/>
                </a:solidFill>
              </a:rPr>
              <a:t>5  READ 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ADFF5A-8EAF-407D-ACBA-C837BB01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733550"/>
            <a:ext cx="1781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27343A"/>
                </a:solidFill>
              </a:defRPr>
            </a:defPPr>
            <a:lvl1pPr algn="ctr">
              <a:defRPr sz="1200" b="1">
                <a:solidFill>
                  <a:srgbClr val="27343A"/>
                </a:solidFill>
              </a:defRPr>
            </a:lvl1pPr>
            <a:lvl2pPr algn="ctr">
              <a:defRPr sz="1200" b="1">
                <a:solidFill>
                  <a:srgbClr val="27343A"/>
                </a:solidFill>
              </a:defRPr>
            </a:lvl2pPr>
            <a:lvl3pPr algn="ctr">
              <a:defRPr sz="1200" b="1">
                <a:solidFill>
                  <a:srgbClr val="27343A"/>
                </a:solidFill>
              </a:defRPr>
            </a:lvl3pPr>
            <a:lvl4pPr algn="ctr">
              <a:defRPr sz="1200" b="1">
                <a:solidFill>
                  <a:srgbClr val="27343A"/>
                </a:solidFill>
              </a:defRPr>
            </a:lvl4pPr>
            <a:lvl5pPr algn="ctr">
              <a:defRPr sz="1200" b="1">
                <a:solidFill>
                  <a:srgbClr val="27343A"/>
                </a:solidFill>
              </a:defRPr>
            </a:lvl5pPr>
            <a:lvl6pPr algn="ctr">
              <a:defRPr sz="1200" b="1">
                <a:solidFill>
                  <a:srgbClr val="27343A"/>
                </a:solidFill>
              </a:defRPr>
            </a:lvl6pPr>
            <a:lvl7pPr algn="ctr">
              <a:defRPr sz="1200" b="1">
                <a:solidFill>
                  <a:srgbClr val="27343A"/>
                </a:solidFill>
              </a:defRPr>
            </a:lvl7pPr>
            <a:lvl8pPr algn="ctr">
              <a:defRPr sz="1200" b="1">
                <a:solidFill>
                  <a:srgbClr val="27343A"/>
                </a:solidFill>
              </a:defRPr>
            </a:lvl8pPr>
            <a:lvl9pPr algn="ctr">
              <a:defRPr sz="120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27343A"/>
                </a:solidFill>
              </a:defRPr>
            </a:pPr>
            <a:r>
              <a:rPr sz="1200" b="1">
                <a:solidFill>
                  <a:srgbClr val="27343A"/>
                </a:solidFill>
              </a:rPr>
              <a:t>Actual value = 0.9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B7D362-FF11-450A-9152-BA08190C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1800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5B6266"/>
                </a:solidFill>
              </a:defRPr>
            </a:defPPr>
            <a:lvl1pPr algn="ctr">
              <a:defRPr sz="900" b="0">
                <a:solidFill>
                  <a:srgbClr val="5B6266"/>
                </a:solidFill>
              </a:defRPr>
            </a:lvl1pPr>
            <a:lvl2pPr algn="ctr">
              <a:defRPr sz="900" b="0">
                <a:solidFill>
                  <a:srgbClr val="5B6266"/>
                </a:solidFill>
              </a:defRPr>
            </a:lvl2pPr>
            <a:lvl3pPr algn="ctr">
              <a:defRPr sz="900" b="0">
                <a:solidFill>
                  <a:srgbClr val="5B6266"/>
                </a:solidFill>
              </a:defRPr>
            </a:lvl3pPr>
            <a:lvl4pPr algn="ctr">
              <a:defRPr sz="900" b="0">
                <a:solidFill>
                  <a:srgbClr val="5B6266"/>
                </a:solidFill>
              </a:defRPr>
            </a:lvl4pPr>
            <a:lvl5pPr algn="ctr">
              <a:defRPr sz="900" b="0">
                <a:solidFill>
                  <a:srgbClr val="5B6266"/>
                </a:solidFill>
              </a:defRPr>
            </a:lvl5pPr>
            <a:lvl6pPr algn="ctr">
              <a:defRPr sz="900" b="0">
                <a:solidFill>
                  <a:srgbClr val="5B6266"/>
                </a:solidFill>
              </a:defRPr>
            </a:lvl6pPr>
            <a:lvl7pPr algn="ctr">
              <a:defRPr sz="900" b="0">
                <a:solidFill>
                  <a:srgbClr val="5B6266"/>
                </a:solidFill>
              </a:defRPr>
            </a:lvl7pPr>
            <a:lvl8pPr algn="ctr">
              <a:defRPr sz="900" b="0">
                <a:solidFill>
                  <a:srgbClr val="5B6266"/>
                </a:solidFill>
              </a:defRPr>
            </a:lvl8pPr>
            <a:lvl9pPr algn="ctr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Model diff + solve</a:t>
            </a:r>
          </a:p>
          <a:p xmlns:a="http://schemas.openxmlformats.org/drawingml/2006/main"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feasibility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75E9C6-EC1E-476E-9F93-BB2D95B1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79070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08000"/>
                </a:solidFill>
              </a:defRPr>
            </a:defPPr>
            <a:lvl1pPr algn="ctr">
              <a:defRPr sz="1725" b="1">
                <a:solidFill>
                  <a:srgbClr val="008000"/>
                </a:solidFill>
              </a:defRPr>
            </a:lvl1pPr>
            <a:lvl2pPr algn="ctr">
              <a:defRPr sz="1725" b="1">
                <a:solidFill>
                  <a:srgbClr val="008000"/>
                </a:solidFill>
              </a:defRPr>
            </a:lvl2pPr>
            <a:lvl3pPr algn="ctr">
              <a:defRPr sz="1725" b="1">
                <a:solidFill>
                  <a:srgbClr val="008000"/>
                </a:solidFill>
              </a:defRPr>
            </a:lvl3pPr>
            <a:lvl4pPr algn="ctr">
              <a:defRPr sz="1725" b="1">
                <a:solidFill>
                  <a:srgbClr val="008000"/>
                </a:solidFill>
              </a:defRPr>
            </a:lvl4pPr>
            <a:lvl5pPr algn="ctr">
              <a:defRPr sz="1725" b="1">
                <a:solidFill>
                  <a:srgbClr val="008000"/>
                </a:solidFill>
              </a:defRPr>
            </a:lvl5pPr>
            <a:lvl6pPr algn="ctr">
              <a:defRPr sz="1725" b="1">
                <a:solidFill>
                  <a:srgbClr val="008000"/>
                </a:solidFill>
              </a:defRPr>
            </a:lvl6pPr>
            <a:lvl7pPr algn="ctr">
              <a:defRPr sz="1725" b="1">
                <a:solidFill>
                  <a:srgbClr val="008000"/>
                </a:solidFill>
              </a:defRPr>
            </a:lvl7pPr>
            <a:lvl8pPr algn="ctr">
              <a:defRPr sz="1725" b="1">
                <a:solidFill>
                  <a:srgbClr val="008000"/>
                </a:solidFill>
              </a:defRPr>
            </a:lvl8pPr>
            <a:lvl9pPr algn="ctr">
              <a:defRPr sz="1725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8000"/>
                </a:solidFill>
              </a:defRPr>
            </a:pPr>
            <a:r>
              <a:rPr sz="1725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786A14-825A-4451-8D35-04BFF935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9070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08000"/>
                </a:solidFill>
              </a:defRPr>
            </a:defPPr>
            <a:lvl1pPr algn="ctr">
              <a:defRPr sz="1725" b="1">
                <a:solidFill>
                  <a:srgbClr val="008000"/>
                </a:solidFill>
              </a:defRPr>
            </a:lvl1pPr>
            <a:lvl2pPr algn="ctr">
              <a:defRPr sz="1725" b="1">
                <a:solidFill>
                  <a:srgbClr val="008000"/>
                </a:solidFill>
              </a:defRPr>
            </a:lvl2pPr>
            <a:lvl3pPr algn="ctr">
              <a:defRPr sz="1725" b="1">
                <a:solidFill>
                  <a:srgbClr val="008000"/>
                </a:solidFill>
              </a:defRPr>
            </a:lvl3pPr>
            <a:lvl4pPr algn="ctr">
              <a:defRPr sz="1725" b="1">
                <a:solidFill>
                  <a:srgbClr val="008000"/>
                </a:solidFill>
              </a:defRPr>
            </a:lvl4pPr>
            <a:lvl5pPr algn="ctr">
              <a:defRPr sz="1725" b="1">
                <a:solidFill>
                  <a:srgbClr val="008000"/>
                </a:solidFill>
              </a:defRPr>
            </a:lvl5pPr>
            <a:lvl6pPr algn="ctr">
              <a:defRPr sz="1725" b="1">
                <a:solidFill>
                  <a:srgbClr val="008000"/>
                </a:solidFill>
              </a:defRPr>
            </a:lvl6pPr>
            <a:lvl7pPr algn="ctr">
              <a:defRPr sz="1725" b="1">
                <a:solidFill>
                  <a:srgbClr val="008000"/>
                </a:solidFill>
              </a:defRPr>
            </a:lvl7pPr>
            <a:lvl8pPr algn="ctr">
              <a:defRPr sz="1725" b="1">
                <a:solidFill>
                  <a:srgbClr val="008000"/>
                </a:solidFill>
              </a:defRPr>
            </a:lvl8pPr>
            <a:lvl9pPr algn="ctr">
              <a:defRPr sz="1725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8000"/>
                </a:solidFill>
              </a:defRPr>
            </a:pPr>
            <a:r>
              <a:rPr sz="1725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7765EF-DBE4-47EB-A36A-E3010B4E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79070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08000"/>
                </a:solidFill>
              </a:defRPr>
            </a:defPPr>
            <a:lvl1pPr algn="ctr">
              <a:defRPr sz="1725" b="1">
                <a:solidFill>
                  <a:srgbClr val="008000"/>
                </a:solidFill>
              </a:defRPr>
            </a:lvl1pPr>
            <a:lvl2pPr algn="ctr">
              <a:defRPr sz="1725" b="1">
                <a:solidFill>
                  <a:srgbClr val="008000"/>
                </a:solidFill>
              </a:defRPr>
            </a:lvl2pPr>
            <a:lvl3pPr algn="ctr">
              <a:defRPr sz="1725" b="1">
                <a:solidFill>
                  <a:srgbClr val="008000"/>
                </a:solidFill>
              </a:defRPr>
            </a:lvl3pPr>
            <a:lvl4pPr algn="ctr">
              <a:defRPr sz="1725" b="1">
                <a:solidFill>
                  <a:srgbClr val="008000"/>
                </a:solidFill>
              </a:defRPr>
            </a:lvl4pPr>
            <a:lvl5pPr algn="ctr">
              <a:defRPr sz="1725" b="1">
                <a:solidFill>
                  <a:srgbClr val="008000"/>
                </a:solidFill>
              </a:defRPr>
            </a:lvl5pPr>
            <a:lvl6pPr algn="ctr">
              <a:defRPr sz="1725" b="1">
                <a:solidFill>
                  <a:srgbClr val="008000"/>
                </a:solidFill>
              </a:defRPr>
            </a:lvl6pPr>
            <a:lvl7pPr algn="ctr">
              <a:defRPr sz="1725" b="1">
                <a:solidFill>
                  <a:srgbClr val="008000"/>
                </a:solidFill>
              </a:defRPr>
            </a:lvl7pPr>
            <a:lvl8pPr algn="ctr">
              <a:defRPr sz="1725" b="1">
                <a:solidFill>
                  <a:srgbClr val="008000"/>
                </a:solidFill>
              </a:defRPr>
            </a:lvl8pPr>
            <a:lvl9pPr algn="ctr">
              <a:defRPr sz="1725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8000"/>
                </a:solidFill>
              </a:defRPr>
            </a:pPr>
            <a:r>
              <a:rPr sz="1725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A380AF-2692-4470-B48B-AF6959A9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9070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08000"/>
                </a:solidFill>
              </a:defRPr>
            </a:defPPr>
            <a:lvl1pPr algn="ctr">
              <a:defRPr sz="1725" b="1">
                <a:solidFill>
                  <a:srgbClr val="008000"/>
                </a:solidFill>
              </a:defRPr>
            </a:lvl1pPr>
            <a:lvl2pPr algn="ctr">
              <a:defRPr sz="1725" b="1">
                <a:solidFill>
                  <a:srgbClr val="008000"/>
                </a:solidFill>
              </a:defRPr>
            </a:lvl2pPr>
            <a:lvl3pPr algn="ctr">
              <a:defRPr sz="1725" b="1">
                <a:solidFill>
                  <a:srgbClr val="008000"/>
                </a:solidFill>
              </a:defRPr>
            </a:lvl3pPr>
            <a:lvl4pPr algn="ctr">
              <a:defRPr sz="1725" b="1">
                <a:solidFill>
                  <a:srgbClr val="008000"/>
                </a:solidFill>
              </a:defRPr>
            </a:lvl4pPr>
            <a:lvl5pPr algn="ctr">
              <a:defRPr sz="1725" b="1">
                <a:solidFill>
                  <a:srgbClr val="008000"/>
                </a:solidFill>
              </a:defRPr>
            </a:lvl5pPr>
            <a:lvl6pPr algn="ctr">
              <a:defRPr sz="1725" b="1">
                <a:solidFill>
                  <a:srgbClr val="008000"/>
                </a:solidFill>
              </a:defRPr>
            </a:lvl6pPr>
            <a:lvl7pPr algn="ctr">
              <a:defRPr sz="1725" b="1">
                <a:solidFill>
                  <a:srgbClr val="008000"/>
                </a:solidFill>
              </a:defRPr>
            </a:lvl7pPr>
            <a:lvl8pPr algn="ctr">
              <a:defRPr sz="1725" b="1">
                <a:solidFill>
                  <a:srgbClr val="008000"/>
                </a:solidFill>
              </a:defRPr>
            </a:lvl8pPr>
            <a:lvl9pPr algn="ctr">
              <a:defRPr sz="1725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8000"/>
                </a:solidFill>
              </a:defRPr>
            </a:pPr>
            <a:r>
              <a:rPr sz="1725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BC8AEC-FBC3-4A0D-9628-4451327D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2095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08000"/>
                </a:solidFill>
              </a:defRPr>
            </a:defPPr>
            <a:lvl1pPr algn="l">
              <a:defRPr sz="975" b="1">
                <a:solidFill>
                  <a:srgbClr val="008000"/>
                </a:solidFill>
              </a:defRPr>
            </a:lvl1pPr>
            <a:lvl2pPr algn="l">
              <a:defRPr sz="975" b="1">
                <a:solidFill>
                  <a:srgbClr val="008000"/>
                </a:solidFill>
              </a:defRPr>
            </a:lvl2pPr>
            <a:lvl3pPr algn="l">
              <a:defRPr sz="975" b="1">
                <a:solidFill>
                  <a:srgbClr val="008000"/>
                </a:solidFill>
              </a:defRPr>
            </a:lvl3pPr>
            <a:lvl4pPr algn="l">
              <a:defRPr sz="975" b="1">
                <a:solidFill>
                  <a:srgbClr val="008000"/>
                </a:solidFill>
              </a:defRPr>
            </a:lvl4pPr>
            <a:lvl5pPr algn="l">
              <a:defRPr sz="975" b="1">
                <a:solidFill>
                  <a:srgbClr val="008000"/>
                </a:solidFill>
              </a:defRPr>
            </a:lvl5pPr>
            <a:lvl6pPr algn="l">
              <a:defRPr sz="975" b="1">
                <a:solidFill>
                  <a:srgbClr val="008000"/>
                </a:solidFill>
              </a:defRPr>
            </a:lvl6pPr>
            <a:lvl7pPr algn="l">
              <a:defRPr sz="975" b="1">
                <a:solidFill>
                  <a:srgbClr val="008000"/>
                </a:solidFill>
              </a:defRPr>
            </a:lvl7pPr>
            <a:lvl8pPr algn="l">
              <a:defRPr sz="975" b="1">
                <a:solidFill>
                  <a:srgbClr val="008000"/>
                </a:solidFill>
              </a:defRPr>
            </a:lvl8pPr>
            <a:lvl9pPr algn="l">
              <a:defRPr sz="975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08000"/>
                </a:solidFill>
              </a:defRPr>
            </a:pPr>
            <a:r>
              <a:rPr sz="975" b="1">
                <a:solidFill>
                  <a:srgbClr val="008000"/>
                </a:solidFill>
              </a:rPr>
              <a:t>EXECUTION RECORD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F96B82-A798-4FC5-A4F6-2DDB4A55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19240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7F8F7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5CAF3E-BEA0-4885-82DA-AB8042FF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7343A"/>
                </a:solidFill>
              </a:defRPr>
            </a:defPPr>
            <a:lvl1pPr algn="l">
              <a:defRPr sz="1050" b="1">
                <a:solidFill>
                  <a:srgbClr val="27343A"/>
                </a:solidFill>
              </a:defRPr>
            </a:lvl1pPr>
            <a:lvl2pPr algn="l">
              <a:defRPr sz="1050" b="1">
                <a:solidFill>
                  <a:srgbClr val="27343A"/>
                </a:solidFill>
              </a:defRPr>
            </a:lvl2pPr>
            <a:lvl3pPr algn="l">
              <a:defRPr sz="1050" b="1">
                <a:solidFill>
                  <a:srgbClr val="27343A"/>
                </a:solidFill>
              </a:defRPr>
            </a:lvl3pPr>
            <a:lvl4pPr algn="l">
              <a:defRPr sz="1050" b="1">
                <a:solidFill>
                  <a:srgbClr val="27343A"/>
                </a:solidFill>
              </a:defRPr>
            </a:lvl4pPr>
            <a:lvl5pPr algn="l">
              <a:defRPr sz="1050" b="1">
                <a:solidFill>
                  <a:srgbClr val="27343A"/>
                </a:solidFill>
              </a:defRPr>
            </a:lvl5pPr>
            <a:lvl6pPr algn="l">
              <a:defRPr sz="1050" b="1">
                <a:solidFill>
                  <a:srgbClr val="27343A"/>
                </a:solidFill>
              </a:defRPr>
            </a:lvl6pPr>
            <a:lvl7pPr algn="l">
              <a:defRPr sz="1050" b="1">
                <a:solidFill>
                  <a:srgbClr val="27343A"/>
                </a:solidFill>
              </a:defRPr>
            </a:lvl7pPr>
            <a:lvl8pPr algn="l">
              <a:defRPr sz="1050" b="1">
                <a:solidFill>
                  <a:srgbClr val="27343A"/>
                </a:solidFill>
              </a:defRPr>
            </a:lvl8pPr>
            <a:lvl9pPr algn="l">
              <a:defRPr sz="105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7343A"/>
                </a:solidFill>
              </a:defRPr>
            </a:pPr>
            <a:r>
              <a:rPr sz="1050" b="1">
                <a:solidFill>
                  <a:srgbClr val="27343A"/>
                </a:solidFill>
              </a:rPr>
              <a:t>Intent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D94625-7A3E-4E35-BA09-EEBF1ADA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target a · requested value 0.9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8C2DFB-9415-4912-95F0-D5D0FA52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52775"/>
            <a:ext cx="19240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7F8F7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1F5F5E-F00C-43C2-817A-8670B88E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385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7343A"/>
                </a:solidFill>
              </a:defRPr>
            </a:defPPr>
            <a:lvl1pPr algn="l">
              <a:defRPr sz="1050" b="1">
                <a:solidFill>
                  <a:srgbClr val="27343A"/>
                </a:solidFill>
              </a:defRPr>
            </a:lvl1pPr>
            <a:lvl2pPr algn="l">
              <a:defRPr sz="1050" b="1">
                <a:solidFill>
                  <a:srgbClr val="27343A"/>
                </a:solidFill>
              </a:defRPr>
            </a:lvl2pPr>
            <a:lvl3pPr algn="l">
              <a:defRPr sz="1050" b="1">
                <a:solidFill>
                  <a:srgbClr val="27343A"/>
                </a:solidFill>
              </a:defRPr>
            </a:lvl3pPr>
            <a:lvl4pPr algn="l">
              <a:defRPr sz="1050" b="1">
                <a:solidFill>
                  <a:srgbClr val="27343A"/>
                </a:solidFill>
              </a:defRPr>
            </a:lvl4pPr>
            <a:lvl5pPr algn="l">
              <a:defRPr sz="1050" b="1">
                <a:solidFill>
                  <a:srgbClr val="27343A"/>
                </a:solidFill>
              </a:defRPr>
            </a:lvl5pPr>
            <a:lvl6pPr algn="l">
              <a:defRPr sz="1050" b="1">
                <a:solidFill>
                  <a:srgbClr val="27343A"/>
                </a:solidFill>
              </a:defRPr>
            </a:lvl6pPr>
            <a:lvl7pPr algn="l">
              <a:defRPr sz="1050" b="1">
                <a:solidFill>
                  <a:srgbClr val="27343A"/>
                </a:solidFill>
              </a:defRPr>
            </a:lvl7pPr>
            <a:lvl8pPr algn="l">
              <a:defRPr sz="1050" b="1">
                <a:solidFill>
                  <a:srgbClr val="27343A"/>
                </a:solidFill>
              </a:defRPr>
            </a:lvl8pPr>
            <a:lvl9pPr algn="l">
              <a:defRPr sz="105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7343A"/>
                </a:solidFill>
              </a:defRPr>
            </a:pPr>
            <a:r>
              <a:rPr sz="1050" b="1">
                <a:solidFill>
                  <a:srgbClr val="27343A"/>
                </a:solidFill>
              </a:rPr>
              <a:t>Applied state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70DFB5-2918-4837-857D-7ADDC1DF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766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read back from the live AMS object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2BC9FE-65E5-42F9-B3EB-C58E866B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52775"/>
            <a:ext cx="19240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7F8F7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9CC3AB-315D-42D2-AF42-7381D8D7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7343A"/>
                </a:solidFill>
              </a:defRPr>
            </a:defPPr>
            <a:lvl1pPr algn="l">
              <a:defRPr sz="1050" b="1">
                <a:solidFill>
                  <a:srgbClr val="27343A"/>
                </a:solidFill>
              </a:defRPr>
            </a:lvl1pPr>
            <a:lvl2pPr algn="l">
              <a:defRPr sz="1050" b="1">
                <a:solidFill>
                  <a:srgbClr val="27343A"/>
                </a:solidFill>
              </a:defRPr>
            </a:lvl2pPr>
            <a:lvl3pPr algn="l">
              <a:defRPr sz="1050" b="1">
                <a:solidFill>
                  <a:srgbClr val="27343A"/>
                </a:solidFill>
              </a:defRPr>
            </a:lvl3pPr>
            <a:lvl4pPr algn="l">
              <a:defRPr sz="1050" b="1">
                <a:solidFill>
                  <a:srgbClr val="27343A"/>
                </a:solidFill>
              </a:defRPr>
            </a:lvl4pPr>
            <a:lvl5pPr algn="l">
              <a:defRPr sz="1050" b="1">
                <a:solidFill>
                  <a:srgbClr val="27343A"/>
                </a:solidFill>
              </a:defRPr>
            </a:lvl5pPr>
            <a:lvl6pPr algn="l">
              <a:defRPr sz="1050" b="1">
                <a:solidFill>
                  <a:srgbClr val="27343A"/>
                </a:solidFill>
              </a:defRPr>
            </a:lvl6pPr>
            <a:lvl7pPr algn="l">
              <a:defRPr sz="1050" b="1">
                <a:solidFill>
                  <a:srgbClr val="27343A"/>
                </a:solidFill>
              </a:defRPr>
            </a:lvl7pPr>
            <a:lvl8pPr algn="l">
              <a:defRPr sz="1050" b="1">
                <a:solidFill>
                  <a:srgbClr val="27343A"/>
                </a:solidFill>
              </a:defRPr>
            </a:lvl8pPr>
            <a:lvl9pPr algn="l">
              <a:defRPr sz="105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7343A"/>
                </a:solidFill>
              </a:defRPr>
            </a:pPr>
            <a:r>
              <a:rPr sz="1050" b="1">
                <a:solidFill>
                  <a:srgbClr val="27343A"/>
                </a:solidFill>
              </a:rPr>
              <a:t>Model effect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B523FF-F9E8-4D61-9BE1-5C7C429F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changed fields / objective / constraints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7BCC53-ADF0-49BF-A7B0-CF40F42E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52775"/>
            <a:ext cx="19240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7F8F7"/>
          </a:solidFill>
          <a:ln xmlns:a="http://schemas.openxmlformats.org/drawingml/2006/main" w="14288">
            <a:solidFill>
              <a:srgbClr val="D5DD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907A45-0F0B-4553-AFE8-1C2B5BED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385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7343A"/>
                </a:solidFill>
              </a:defRPr>
            </a:defPPr>
            <a:lvl1pPr algn="l">
              <a:defRPr sz="1050" b="1">
                <a:solidFill>
                  <a:srgbClr val="27343A"/>
                </a:solidFill>
              </a:defRPr>
            </a:lvl1pPr>
            <a:lvl2pPr algn="l">
              <a:defRPr sz="1050" b="1">
                <a:solidFill>
                  <a:srgbClr val="27343A"/>
                </a:solidFill>
              </a:defRPr>
            </a:lvl2pPr>
            <a:lvl3pPr algn="l">
              <a:defRPr sz="1050" b="1">
                <a:solidFill>
                  <a:srgbClr val="27343A"/>
                </a:solidFill>
              </a:defRPr>
            </a:lvl3pPr>
            <a:lvl4pPr algn="l">
              <a:defRPr sz="1050" b="1">
                <a:solidFill>
                  <a:srgbClr val="27343A"/>
                </a:solidFill>
              </a:defRPr>
            </a:lvl4pPr>
            <a:lvl5pPr algn="l">
              <a:defRPr sz="1050" b="1">
                <a:solidFill>
                  <a:srgbClr val="27343A"/>
                </a:solidFill>
              </a:defRPr>
            </a:lvl5pPr>
            <a:lvl6pPr algn="l">
              <a:defRPr sz="1050" b="1">
                <a:solidFill>
                  <a:srgbClr val="27343A"/>
                </a:solidFill>
              </a:defRPr>
            </a:lvl6pPr>
            <a:lvl7pPr algn="l">
              <a:defRPr sz="1050" b="1">
                <a:solidFill>
                  <a:srgbClr val="27343A"/>
                </a:solidFill>
              </a:defRPr>
            </a:lvl7pPr>
            <a:lvl8pPr algn="l">
              <a:defRPr sz="1050" b="1">
                <a:solidFill>
                  <a:srgbClr val="27343A"/>
                </a:solidFill>
              </a:defRPr>
            </a:lvl8pPr>
            <a:lvl9pPr algn="l">
              <a:defRPr sz="1050" b="1">
                <a:solidFill>
                  <a:srgbClr val="27343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7343A"/>
                </a:solidFill>
              </a:defRPr>
            </a:pPr>
            <a:r>
              <a:rPr sz="1050" b="1">
                <a:solidFill>
                  <a:srgbClr val="27343A"/>
                </a:solidFill>
              </a:rPr>
              <a:t>Outcome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1D2605-3BE5-4CD5-BE49-252828DD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766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solver status + feasibility checks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20A52E-8352-49C6-AB7D-7BBB54C0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781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E86B16"/>
                </a:solidFill>
              </a:defRPr>
            </a:defPPr>
            <a:lvl1pPr algn="l">
              <a:defRPr sz="1125" b="1">
                <a:solidFill>
                  <a:srgbClr val="E86B16"/>
                </a:solidFill>
              </a:defRPr>
            </a:lvl1pPr>
            <a:lvl2pPr algn="l">
              <a:defRPr sz="1125" b="1">
                <a:solidFill>
                  <a:srgbClr val="E86B16"/>
                </a:solidFill>
              </a:defRPr>
            </a:lvl2pPr>
            <a:lvl3pPr algn="l">
              <a:defRPr sz="1125" b="1">
                <a:solidFill>
                  <a:srgbClr val="E86B16"/>
                </a:solidFill>
              </a:defRPr>
            </a:lvl3pPr>
            <a:lvl4pPr algn="l">
              <a:defRPr sz="1125" b="1">
                <a:solidFill>
                  <a:srgbClr val="E86B16"/>
                </a:solidFill>
              </a:defRPr>
            </a:lvl4pPr>
            <a:lvl5pPr algn="l">
              <a:defRPr sz="1125" b="1">
                <a:solidFill>
                  <a:srgbClr val="E86B16"/>
                </a:solidFill>
              </a:defRPr>
            </a:lvl5pPr>
            <a:lvl6pPr algn="l">
              <a:defRPr sz="1125" b="1">
                <a:solidFill>
                  <a:srgbClr val="E86B16"/>
                </a:solidFill>
              </a:defRPr>
            </a:lvl6pPr>
            <a:lvl7pPr algn="l">
              <a:defRPr sz="1125" b="1">
                <a:solidFill>
                  <a:srgbClr val="E86B16"/>
                </a:solidFill>
              </a:defRPr>
            </a:lvl7pPr>
            <a:lvl8pPr algn="l">
              <a:defRPr sz="1125" b="1">
                <a:solidFill>
                  <a:srgbClr val="E86B16"/>
                </a:solidFill>
              </a:defRPr>
            </a:lvl8pPr>
            <a:lvl9pPr algn="l">
              <a:defRPr sz="1125" b="1">
                <a:solidFill>
                  <a:srgbClr val="E86B16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86B16"/>
                </a:solidFill>
              </a:defRPr>
            </a:pPr>
            <a:r>
              <a:rPr sz="1125" b="1">
                <a:solidFill>
                  <a:srgbClr val="E86B16"/>
                </a:solidFill>
              </a:rPr>
              <a:t>Block and ask when target, units, bounds, or post-apply state do not match.</a:t>
            </a:r>
          </a:p>
        </p:txBody>
      </p:sp>
    </p:spTree>
    <p:extLst>
      <p:ext uri="{BB962C8B-B14F-4D97-AF65-F5344CB8AC3E}">
        <p14:creationId xmlns:p14="http://schemas.microsoft.com/office/powerpoint/2010/main" val="1414178143"/>
      </p:ext>
    </p:extLst>
  </p:cSld>
</p:sld>
</file>

<file path=ppt/theme/theme1.xml><?xml version="1.0" encoding="utf-8"?>
<a:theme xmlns:a="http://schemas.openxmlformats.org/drawingml/2006/main" name="CURENT PPT Template_v2">
  <a:themeElements>
    <a:clrScheme name="CURENT">
      <a:dk1>
        <a:srgbClr val="4C4C4C"/>
      </a:dk1>
      <a:lt1>
        <a:srgbClr val="FFFFFF"/>
      </a:lt1>
      <a:dk2>
        <a:srgbClr val="4C4C4C"/>
      </a:dk2>
      <a:lt2>
        <a:srgbClr val="FFFFFF"/>
      </a:lt2>
      <a:accent1>
        <a:srgbClr val="007900"/>
      </a:accent1>
      <a:accent2>
        <a:srgbClr val="F77F00"/>
      </a:accent2>
      <a:accent3>
        <a:srgbClr val="7992B1"/>
      </a:accent3>
      <a:accent4>
        <a:srgbClr val="999999"/>
      </a:accent4>
      <a:accent5>
        <a:srgbClr val="9FFF9F"/>
      </a:accent5>
      <a:accent6>
        <a:srgbClr val="FFC789"/>
      </a:accent6>
      <a:hlink>
        <a:srgbClr val="F77F00"/>
      </a:hlink>
      <a:folHlink>
        <a:srgbClr val="FFC7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23893</TotalTime>
  <Words>479</Words>
  <Application>Microsoft Macintosh PowerPoint</Application>
  <PresentationFormat>On-screen Show (16:9)</PresentationFormat>
  <Paragraphs>78</Paragraphs>
  <Slides>11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Inter</vt:lpstr>
      <vt:lpstr>Century Gothic</vt:lpstr>
      <vt:lpstr>Arial</vt:lpstr>
      <vt:lpstr>Courier New</vt:lpstr>
      <vt:lpstr>CURENT PPT Template_v2</vt:lpstr>
      <vt:lpstr>CURENT Large-scale Testbed (LTB)  Monthly Meeting</vt:lpstr>
      <vt:lpstr>1. Summary</vt:lpstr>
      <vt:lpstr>Revise the optimization problem formulation</vt:lpstr>
      <vt:lpstr>Hank’s PV curve interface</vt:lpstr>
      <vt:lpstr>Revise the optimization problem formulation</vt:lpstr>
      <vt:lpstr>Revise the optimization problem formulation</vt:lpstr>
      <vt:lpstr>How to verify or benchmark?</vt:lpstr>
      <vt:lpstr>How to verify or benchmark?</vt:lpstr>
      <vt:lpstr>Comparison with peer works</vt:lpstr>
      <vt:lpstr>Comparison with peer works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Yin, Junjie</cp:lastModifiedBy>
  <cp:revision>18</cp:revision>
  <dcterms:modified xsi:type="dcterms:W3CDTF">2026-10-26T03:47:21Z</dcterms:modified>
</cp:coreProperties>
</file>
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39e035ba443f1" /><Relationship Type="http://schemas.openxmlformats.org/officeDocument/2006/relationships/extended-properties" Target="/docProps/app.xml" Id="Rfe8b90ef64404a21" /><Relationship Type="http://schemas.openxmlformats.org/officeDocument/2006/relationships/officeDocument" Target="/ppt/presentation.xml" Id="R461867a6693f4d9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c2aa985eeedf422b"/>
  </p:sldMasterIdLst>
  <p:notesMasterIdLst>
    <p:notesMasterId xmlns:r="http://schemas.openxmlformats.org/officeDocument/2006/relationships" r:id="Rddbd1d61564847ab"/>
  </p:notesMasterIdLst>
  <p:sldIdLst>
    <p:sldId xmlns:r="http://schemas.openxmlformats.org/officeDocument/2006/relationships" id="256" r:id="R6e8ab6e442ed4e8a"/>
    <p:sldId xmlns:r="http://schemas.openxmlformats.org/officeDocument/2006/relationships" id="257" r:id="R383ed136b1a44a35"/>
    <p:sldId xmlns:r="http://schemas.openxmlformats.org/officeDocument/2006/relationships" id="258" r:id="R0dec9cb11ff94678"/>
    <p:sldId xmlns:r="http://schemas.openxmlformats.org/officeDocument/2006/relationships" id="259" r:id="R20b2e1990c094cc9"/>
    <p:sldId xmlns:r="http://schemas.openxmlformats.org/officeDocument/2006/relationships" id="260" r:id="R6ccefe24c7a64d4e"/>
    <p:sldId xmlns:r="http://schemas.openxmlformats.org/officeDocument/2006/relationships" id="261" r:id="Rfb54514e281c44d5"/>
    <p:sldId xmlns:r="http://schemas.openxmlformats.org/officeDocument/2006/relationships" id="262" r:id="Rcef26ad9f4fb4c32"/>
    <p:sldId xmlns:r="http://schemas.openxmlformats.org/officeDocument/2006/relationships" id="263" r:id="R55b94f0b1b8a47a4"/>
    <p:sldId xmlns:r="http://schemas.openxmlformats.org/officeDocument/2006/relationships" id="264" r:id="Rb614aa669a664b61"/>
    <p:sldId xmlns:r="http://schemas.openxmlformats.org/officeDocument/2006/relationships" id="265" r:id="R0e9648b01d394cfc"/>
    <p:sldId xmlns:r="http://schemas.openxmlformats.org/officeDocument/2006/relationships" id="266" r:id="R3ada0dd1348a4bd2"/>
  </p:sldIdLst>
  <p:sldSz cx="9144000" cy="5143500"/>
  <p:notesSz cx="6858000" cy="9144000"/>
  <p:embeddedFontLst>
    <p:embeddedFont>
      <p:font typeface="Century Gothic"/>
      <p:regular xmlns:r="http://schemas.openxmlformats.org/officeDocument/2006/relationships" r:id="Rbeb8cd5e5c43409e"/>
      <p:bold xmlns:r="http://schemas.openxmlformats.org/officeDocument/2006/relationships" r:id="Rf061de6945c4467c"/>
      <p:italic xmlns:r="http://schemas.openxmlformats.org/officeDocument/2006/relationships" r:id="R1a0b1dc237184a31"/>
      <p:boldItalic xmlns:r="http://schemas.openxmlformats.org/officeDocument/2006/relationships" r:id="R44cad05b3e11476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174D078-6048-4B6B-ACA5-52F38B7A75A1}">
  <a:tblStyle styleId="{5174D078-6048-4B6B-ACA5-52F38B7A7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e0bbe9f8964a5d" /><Relationship Type="http://schemas.openxmlformats.org/officeDocument/2006/relationships/slideMaster" Target="/ppt/slideMasters/slideMaster1.xml" Id="Rc2aa985eeedf422b" /><Relationship Type="http://schemas.openxmlformats.org/officeDocument/2006/relationships/notesMaster" Target="/ppt/notesMasters/notesMaster1.xml" Id="Rddbd1d61564847ab" /><Relationship Type="http://schemas.openxmlformats.org/officeDocument/2006/relationships/presProps" Target="/ppt/presProps.xml" Id="R25c70c5103f94bdb" /><Relationship Type="http://schemas.openxmlformats.org/officeDocument/2006/relationships/viewProps" Target="/ppt/viewProps.xml" Id="R0bb24d8d9274472f" /><Relationship Type="http://schemas.openxmlformats.org/officeDocument/2006/relationships/tableStyles" Target="/ppt/tableStyles.xml" Id="Rfc1d92448190421c" /><Relationship Type="http://schemas.openxmlformats.org/officeDocument/2006/relationships/font" Target="/ppt/fonts/font.dat" Id="Rbeb8cd5e5c43409e" /><Relationship Type="http://schemas.openxmlformats.org/officeDocument/2006/relationships/font" Target="/ppt/fonts/font2.dat" Id="Rf061de6945c4467c" /><Relationship Type="http://schemas.openxmlformats.org/officeDocument/2006/relationships/font" Target="/ppt/fonts/font3.dat" Id="R1a0b1dc237184a31" /><Relationship Type="http://schemas.openxmlformats.org/officeDocument/2006/relationships/font" Target="/ppt/fonts/font4.dat" Id="R44cad05b3e11476b" /><Relationship Type="http://schemas.openxmlformats.org/officeDocument/2006/relationships/slide" Target="/ppt/slides/slide1.xml" Id="R6e8ab6e442ed4e8a" /><Relationship Type="http://schemas.openxmlformats.org/officeDocument/2006/relationships/slide" Target="/ppt/slides/slide2.xml" Id="R383ed136b1a44a35" /><Relationship Type="http://schemas.openxmlformats.org/officeDocument/2006/relationships/slide" Target="/ppt/slides/slide3.xml" Id="R0dec9cb11ff94678" /><Relationship Type="http://schemas.openxmlformats.org/officeDocument/2006/relationships/slide" Target="/ppt/slides/slide4.xml" Id="R20b2e1990c094cc9" /><Relationship Type="http://schemas.openxmlformats.org/officeDocument/2006/relationships/slide" Target="/ppt/slides/slide5.xml" Id="R6ccefe24c7a64d4e" /><Relationship Type="http://schemas.openxmlformats.org/officeDocument/2006/relationships/slide" Target="/ppt/slides/slide6.xml" Id="Rfb54514e281c44d5" /><Relationship Type="http://schemas.openxmlformats.org/officeDocument/2006/relationships/slide" Target="/ppt/slides/slide7.xml" Id="Rcef26ad9f4fb4c32" /><Relationship Type="http://schemas.openxmlformats.org/officeDocument/2006/relationships/slide" Target="/ppt/slides/slide8.xml" Id="R55b94f0b1b8a47a4" /><Relationship Type="http://schemas.openxmlformats.org/officeDocument/2006/relationships/slide" Target="/ppt/slides/slide9.xml" Id="Rb614aa669a664b61" /><Relationship Type="http://schemas.openxmlformats.org/officeDocument/2006/relationships/slide" Target="/ppt/slides/slide10.xml" Id="R0e9648b01d394cfc" /><Relationship Type="http://schemas.openxmlformats.org/officeDocument/2006/relationships/slide" Target="/ppt/slides/slide11.xml" Id="R3ada0dd1348a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c78abe822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R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d57bd0d00469c" /><Relationship Type="http://schemas.openxmlformats.org/officeDocument/2006/relationships/notesMaster" Target="/ppt/notesMasters/notesMaster1.xml" Id="R15c6db4651f2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b9ed92b82b4b77" /><Relationship Type="http://schemas.openxmlformats.org/officeDocument/2006/relationships/notesMaster" Target="/ppt/notesMasters/notesMaster1.xml" Id="Rac486f8d0d70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02d8440c9849ac" /><Relationship Type="http://schemas.openxmlformats.org/officeDocument/2006/relationships/notesMaster" Target="/ppt/notesMasters/notesMaster1.xml" Id="Racc3838414eb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c48ee871a4c1a" /><Relationship Type="http://schemas.openxmlformats.org/officeDocument/2006/relationships/notesMaster" Target="/ppt/notesMasters/notesMaster1.xml" Id="R7b2761431a0f4b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ca6e5390324072" /><Relationship Type="http://schemas.openxmlformats.org/officeDocument/2006/relationships/notesMaster" Target="/ppt/notesMasters/notesMaster1.xml" Id="R3789e4dd5359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044dbebefb40fc" /><Relationship Type="http://schemas.openxmlformats.org/officeDocument/2006/relationships/notesMaster" Target="/ppt/notesMasters/notesMaster1.xml" Id="Rbc298bf997d84c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4193eb8bfa476a" /><Relationship Type="http://schemas.openxmlformats.org/officeDocument/2006/relationships/notesMaster" Target="/ppt/notesMasters/notesMaster1.xml" Id="Rb997174acafa4c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82768826b84bfe" /><Relationship Type="http://schemas.openxmlformats.org/officeDocument/2006/relationships/notesMaster" Target="/ppt/notesMasters/notesMaster1.xml" Id="R6f951ba8ad2c4b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39c76e047f4091" /><Relationship Type="http://schemas.openxmlformats.org/officeDocument/2006/relationships/notesMaster" Target="/ppt/notesMasters/notesMaster1.xml" Id="Rf4df86dfcfce4f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faebba9de473d" /><Relationship Type="http://schemas.openxmlformats.org/officeDocument/2006/relationships/notesMaster" Target="/ppt/notesMasters/notesMaster1.xml" Id="Rcdb65aff401a4f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956be1cc2e440b" /><Relationship Type="http://schemas.openxmlformats.org/officeDocument/2006/relationships/notesMaster" Target="/ppt/notesMasters/notesMaster1.xml" Id="Rcbe58e454488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Two layers: Contributors and users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MSU as a user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7071a519c4109" /><Relationship Type="http://schemas.openxmlformats.org/officeDocument/2006/relationships/image" Target="/ppt/media/image.png" Id="R51856db65fca486f" /><Relationship Type="http://schemas.openxmlformats.org/officeDocument/2006/relationships/image" Target="/ppt/media/image2.png" Id="Rdfe2a5f6da0d44f0" /><Relationship Type="http://schemas.openxmlformats.org/officeDocument/2006/relationships/image" Target="/ppt/media/image3.png" Id="R4e13e02ea7fd4199" /><Relationship Type="http://schemas.openxmlformats.org/officeDocument/2006/relationships/image" Target="/ppt/media/image4.png" Id="R3c32d54afe424c7b" /><Relationship Type="http://schemas.openxmlformats.org/officeDocument/2006/relationships/image" Target="/ppt/media/image5.png" Id="R10ba2b940d794e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98f51860d4b3a" /><Relationship Type="http://schemas.openxmlformats.org/officeDocument/2006/relationships/image" Target="/ppt/media/image6.png" Id="R0e8e5feb592e47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57549d9e548ff" /><Relationship Type="http://schemas.openxmlformats.org/officeDocument/2006/relationships/image" Target="/ppt/media/image6.png" Id="R05615c99c98945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a4e694dda4e39" /><Relationship Type="http://schemas.openxmlformats.org/officeDocument/2006/relationships/image" Target="/ppt/media/image6.png" Id="Re42d3915650441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f289873c44ac9" /><Relationship Type="http://schemas.openxmlformats.org/officeDocument/2006/relationships/image" Target="/ppt/media/image6.png" Id="Rcb7dcd2e69e349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bbb81efd14e7f" /><Relationship Type="http://schemas.openxmlformats.org/officeDocument/2006/relationships/image" Target="/ppt/media/image6.png" Id="R35f16b299c584b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a2e4f148546d4" /><Relationship Type="http://schemas.openxmlformats.org/officeDocument/2006/relationships/image" Target="/ppt/media/image6.png" Id="R808eae3dafec4f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3b1a4426e42c1" /><Relationship Type="http://schemas.openxmlformats.org/officeDocument/2006/relationships/image" Target="/ppt/media/image6.png" Id="R74fdd8ddeb924b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6f674c1484770" /><Relationship Type="http://schemas.openxmlformats.org/officeDocument/2006/relationships/image" Target="/ppt/media/image6.png" Id="R331685142a2247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ac3f133ae401d" /><Relationship Type="http://schemas.openxmlformats.org/officeDocument/2006/relationships/image" Target="/ppt/media/image6.png" Id="Re2e530796a7644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d2bef604d4c09" /><Relationship Type="http://schemas.openxmlformats.org/officeDocument/2006/relationships/image" Target="/ppt/media/image6.png" Id="Rc5e8b886f200464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750aad07247da" /><Relationship Type="http://schemas.openxmlformats.org/officeDocument/2006/relationships/image" Target="/ppt/media/image6.png" Id="Rbd899c2c909841f6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01B0CAA9-376B-4FD8-AB01-F5612A94674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50798"/>
            <a:ext cx="7772400" cy="1706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34542326-3FA5-407C-9F64-296FC41B85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71800"/>
            <a:ext cx="6400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600"/>
              <a:buNone/>
              <a:defRPr>
                <a:solidFill>
                  <a:srgbClr val="949494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>
                <a:solidFill>
                  <a:srgbClr val="949494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65" name="Google Shape;57;p14"/>
          <p:cNvCxnSpPr/>
          <p:nvPr/>
        </p:nvCxnSpPr>
        <p:spPr>
          <a:xfrm xmlns:a="http://schemas.openxmlformats.org/drawingml/2006/main">
            <a:off x="457200" y="102870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6" name="Google Shape;65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856db65fca48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8143" y="4689129"/>
            <a:ext cx="1550194" cy="3929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2a5f6da0d44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2758" y="170897"/>
            <a:ext cx="3249205" cy="802713"/>
          </a:xfrm>
          <a:prstGeom xmlns:a="http://schemas.openxmlformats.org/drawingml/2006/main" prst="rect">
            <a:avLst/>
          </a:prstGeom>
        </p:spPr>
      </p:pic>
      <p:pic>
        <p:nvPicPr>
          <p:cNvPr id="68" name="Google Shape;167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3e02ea7fd4199">
            <a:alphaModFix/>
          </a:blip>
          <a:srcRect xmlns:a="http://schemas.openxmlformats.org/drawingml/2006/main" l="0" t="8383" r="540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935" y="4669345"/>
            <a:ext cx="1378225" cy="432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Google Shape;170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2d54afe424c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1539" y="4680674"/>
            <a:ext cx="1550194" cy="39290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a2b940d794e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6362" y="4708590"/>
            <a:ext cx="1695583" cy="33707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2903B69B-121A-4AD9-8AC6-23372D789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0"/>
            <a:ext cx="822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361F30CE-94B6-4337-961C-2905CBABD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00100"/>
            <a:ext cx="82296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75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8e5feb592e47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22809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76" name="Google Shape;70;p15"/>
          <p:cNvCxnSpPr/>
          <p:nvPr/>
        </p:nvCxnSpPr>
        <p:spPr>
          <a:xfrm xmlns:a="http://schemas.openxmlformats.org/drawingml/2006/main">
            <a:off x="457200" y="62865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EBFB4C98-2160-4A9C-B9E0-86E636C493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A99B5396-3220-44C8-87A2-6647807C0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3305176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3000"/>
              <a:buFont typeface="Arial"/>
              <a:buNone/>
              <a:defRPr sz="3000" b="1" cap="none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CACA2405-7DE9-4FD5-87D5-CFD6723A7B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 sz="1500">
                <a:solidFill>
                  <a:srgbClr val="949494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000"/>
              <a:buNone/>
              <a:defRPr sz="1400">
                <a:solidFill>
                  <a:srgbClr val="949494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200"/>
              <a:buNone/>
              <a:defRPr sz="1200">
                <a:solidFill>
                  <a:srgbClr val="949494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81" name="Google Shape;75;p16"/>
          <p:cNvCxnSpPr/>
          <p:nvPr/>
        </p:nvCxnSpPr>
        <p:spPr>
          <a:xfrm xmlns:a="http://schemas.openxmlformats.org/drawingml/2006/main">
            <a:off x="457200" y="3305175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" name="Google Shape;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615c99c98945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22809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14DA19B0-CDF3-4DC2-9219-0E222E830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7">
            <a:extLst xmlns:a="http://schemas.openxmlformats.org/drawingml/2006/main">
              <a:ext uri="{FF2B5EF4-FFF2-40B4-BE49-F238E27FC236}">
                <a16:creationId xmlns:a16="http://schemas.microsoft.com/office/drawing/2014/main" id="{DAAF61C3-2B23-459A-8E45-F392D209B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2860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E5CCAFDF-C343-4464-9598-B4A1E99B24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00100"/>
            <a:ext cx="40386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734667F7-7B3A-4C6A-B0BA-E819A7F995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800100"/>
            <a:ext cx="40386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AB4F01D1-1014-4048-A4BB-C995A3C5B4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  <p:cxnSp>
        <p:nvCxnSpPr>
          <p:cNvPr id="89" name="Google Shape;83;p17"/>
          <p:cNvCxnSpPr/>
          <p:nvPr/>
        </p:nvCxnSpPr>
        <p:spPr>
          <a:xfrm xmlns:a="http://schemas.openxmlformats.org/drawingml/2006/main">
            <a:off x="457200" y="68580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0" name="Google Shape;8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2d3915650441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22809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2FFDBE4A-9F10-4B80-82C1-0F286D49D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171450"/>
            <a:ext cx="822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0E106D44-336C-4494-8834-B4A2EA52B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971550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88" name="Google Shape;88;p18">
            <a:extLst xmlns:a="http://schemas.openxmlformats.org/drawingml/2006/main">
              <a:ext uri="{FF2B5EF4-FFF2-40B4-BE49-F238E27FC236}">
                <a16:creationId xmlns:a16="http://schemas.microsoft.com/office/drawing/2014/main" id="{FEBA9174-60D4-4E04-A056-46E7317B5D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85901"/>
            <a:ext cx="4040188" cy="3259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BF09CC1F-BEA7-4FEC-9C1A-229BBF412F7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971550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F3BAE8A0-ABA6-47BB-AAB1-38F3E30E505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6" y="1485901"/>
            <a:ext cx="4041775" cy="3259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>
            <a:endParaRPr/>
          </a:p>
        </p:txBody>
      </p:sp>
      <p:cxnSp>
        <p:nvCxnSpPr>
          <p:cNvPr id="102" name="Google Shape;91;p18"/>
          <p:cNvCxnSpPr/>
          <p:nvPr/>
        </p:nvCxnSpPr>
        <p:spPr>
          <a:xfrm xmlns:a="http://schemas.openxmlformats.org/drawingml/2006/main">
            <a:off x="457200" y="1485900"/>
            <a:ext cx="404018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92;p18"/>
          <p:cNvCxnSpPr/>
          <p:nvPr/>
        </p:nvCxnSpPr>
        <p:spPr>
          <a:xfrm xmlns:a="http://schemas.openxmlformats.org/drawingml/2006/main">
            <a:off x="4648200" y="1485900"/>
            <a:ext cx="404018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93;p18"/>
          <p:cNvCxnSpPr/>
          <p:nvPr/>
        </p:nvCxnSpPr>
        <p:spPr>
          <a:xfrm xmlns:a="http://schemas.openxmlformats.org/drawingml/2006/main">
            <a:off x="457200" y="74295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5" name="Google Shape;9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7dcd2e69e349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5" y="4744993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38ADA7FB-276E-4363-8B0F-28EBEFC9ED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19">
            <a:extLst xmlns:a="http://schemas.openxmlformats.org/drawingml/2006/main">
              <a:ext uri="{FF2B5EF4-FFF2-40B4-BE49-F238E27FC236}">
                <a16:creationId xmlns:a16="http://schemas.microsoft.com/office/drawing/2014/main" id="{AFD8FAD2-43CB-427D-98A0-33320E75E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28600"/>
            <a:ext cx="822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03" name="Google Shape;98;p19"/>
          <p:cNvCxnSpPr/>
          <p:nvPr/>
        </p:nvCxnSpPr>
        <p:spPr>
          <a:xfrm xmlns:a="http://schemas.openxmlformats.org/drawingml/2006/main">
            <a:off x="457200" y="74295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4" name="Google Shape;9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f16b299c58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22809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D638FA1F-258B-423B-A4EC-50FE5AD81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5" name="Google Shape;10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8eae3dafec4f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2" y="4722805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20">
            <a:extLst xmlns:a="http://schemas.openxmlformats.org/drawingml/2006/main">
              <a:ext uri="{FF2B5EF4-FFF2-40B4-BE49-F238E27FC236}">
                <a16:creationId xmlns:a16="http://schemas.microsoft.com/office/drawing/2014/main" id="{0549297A-856B-4842-8790-069AF4F74B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455FF893-C4B7-4665-9A44-3461B9B7C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7044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6" name="Google Shape;106;p21">
            <a:extLst xmlns:a="http://schemas.openxmlformats.org/drawingml/2006/main">
              <a:ext uri="{FF2B5EF4-FFF2-40B4-BE49-F238E27FC236}">
                <a16:creationId xmlns:a16="http://schemas.microsoft.com/office/drawing/2014/main" id="{930E27F0-BFBD-4DA3-850A-06E761049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81400" y="228600"/>
            <a:ext cx="511175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>
                <a:solidFill>
                  <a:srgbClr val="262626"/>
                </a:solidFill>
              </a:defRPr>
            </a:lvl1pPr>
            <a:lvl2pPr marL="914400" indent="-330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◖"/>
              <a:defRPr sz="2100">
                <a:solidFill>
                  <a:srgbClr val="000000"/>
                </a:solidFill>
              </a:defRPr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>
                <a:solidFill>
                  <a:srgbClr val="000000"/>
                </a:solidFill>
              </a:defRPr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>
                <a:solidFill>
                  <a:srgbClr val="000000"/>
                </a:solidFill>
              </a:defRPr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»"/>
              <a:defRPr sz="1500">
                <a:solidFill>
                  <a:srgbClr val="000000"/>
                </a:solidFill>
              </a:defRPr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107" name="Google Shape;107;p21">
            <a:extLst xmlns:a="http://schemas.openxmlformats.org/drawingml/2006/main">
              <a:ext uri="{FF2B5EF4-FFF2-40B4-BE49-F238E27FC236}">
                <a16:creationId xmlns:a16="http://schemas.microsoft.com/office/drawing/2014/main" id="{004D9165-6E73-445F-B36A-179B89605A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77044" y="1076325"/>
            <a:ext cx="3008313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>
            <a:endParaRPr/>
          </a:p>
        </p:txBody>
      </p:sp>
      <p:cxnSp>
        <p:nvCxnSpPr>
          <p:cNvPr id="115" name="Google Shape;108;p21"/>
          <p:cNvCxnSpPr/>
          <p:nvPr/>
        </p:nvCxnSpPr>
        <p:spPr>
          <a:xfrm xmlns:a="http://schemas.openxmlformats.org/drawingml/2006/main">
            <a:off x="457200" y="1085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0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fdd8ddeb924b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43450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1">
            <a:extLst xmlns:a="http://schemas.openxmlformats.org/drawingml/2006/main">
              <a:ext uri="{FF2B5EF4-FFF2-40B4-BE49-F238E27FC236}">
                <a16:creationId xmlns:a16="http://schemas.microsoft.com/office/drawing/2014/main" id="{12C27BF3-D1B5-45B8-A71D-83C197A45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19F46359-4FD7-4D47-8999-8509B1D40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22">
            <a:extLst xmlns:a="http://schemas.openxmlformats.org/drawingml/2006/main">
              <a:ext uri="{FF2B5EF4-FFF2-40B4-BE49-F238E27FC236}">
                <a16:creationId xmlns:a16="http://schemas.microsoft.com/office/drawing/2014/main" id="{D1565953-22FA-4132-9CE9-C0B9C23AC4A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4" name="Google Shape;114;p22">
            <a:extLst xmlns:a="http://schemas.openxmlformats.org/drawingml/2006/main">
              <a:ext uri="{FF2B5EF4-FFF2-40B4-BE49-F238E27FC236}">
                <a16:creationId xmlns:a16="http://schemas.microsoft.com/office/drawing/2014/main" id="{2F468F7B-EF20-42A0-8DA7-1C2F445761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3"/>
            <a:ext cx="5486400" cy="946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>
            <a:endParaRPr/>
          </a:p>
        </p:txBody>
      </p:sp>
      <p:cxnSp>
        <p:nvCxnSpPr>
          <p:cNvPr id="122" name="Google Shape;115;p22"/>
          <p:cNvCxnSpPr/>
          <p:nvPr/>
        </p:nvCxnSpPr>
        <p:spPr>
          <a:xfrm xmlns:a="http://schemas.openxmlformats.org/drawingml/2006/main">
            <a:off x="1792288" y="4025504"/>
            <a:ext cx="5486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3" name="Google Shape;11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1685142a2247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22809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Google Shape;117;p22">
            <a:extLst xmlns:a="http://schemas.openxmlformats.org/drawingml/2006/main">
              <a:ext uri="{FF2B5EF4-FFF2-40B4-BE49-F238E27FC236}">
                <a16:creationId xmlns:a16="http://schemas.microsoft.com/office/drawing/2014/main" id="{09B8DB04-19A3-4ADD-B780-4A339D3250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06-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23">
            <a:extLst xmlns:a="http://schemas.openxmlformats.org/drawingml/2006/main">
              <a:ext uri="{FF2B5EF4-FFF2-40B4-BE49-F238E27FC236}">
                <a16:creationId xmlns:a16="http://schemas.microsoft.com/office/drawing/2014/main" id="{9F4DBCE9-D871-46C1-B375-6DAECB6EE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28600"/>
            <a:ext cx="822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0" name="Google Shape;120;p23">
            <a:extLst xmlns:a="http://schemas.openxmlformats.org/drawingml/2006/main">
              <a:ext uri="{FF2B5EF4-FFF2-40B4-BE49-F238E27FC236}">
                <a16:creationId xmlns:a16="http://schemas.microsoft.com/office/drawing/2014/main" id="{585E033D-62E4-4651-9ABD-EFB64D758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10671" y="-1153321"/>
            <a:ext cx="3522659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27" name="Google Shape;121;p23"/>
          <p:cNvCxnSpPr/>
          <p:nvPr/>
        </p:nvCxnSpPr>
        <p:spPr>
          <a:xfrm xmlns:a="http://schemas.openxmlformats.org/drawingml/2006/main">
            <a:off x="457200" y="80010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8" name="Google Shape;12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e530796a7644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44993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23">
            <a:extLst xmlns:a="http://schemas.openxmlformats.org/drawingml/2006/main">
              <a:ext uri="{FF2B5EF4-FFF2-40B4-BE49-F238E27FC236}">
                <a16:creationId xmlns:a16="http://schemas.microsoft.com/office/drawing/2014/main" id="{1606F9AF-F405-4566-ACAE-D94CE75434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F5E39BDA-B808-4F8F-A7D2-45ABC045D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275064" y="1560314"/>
            <a:ext cx="4766072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3A39DAF1-FC8F-4819-8ECF-019409353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084064" y="-420886"/>
            <a:ext cx="4766072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1pPr>
            <a:lvl2pPr marL="914400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33" name="Google Shape;127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e8b886f20046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402288" y="573752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34" name="Google Shape;128;p24"/>
          <p:cNvCxnSpPr/>
          <p:nvPr/>
        </p:nvCxnSpPr>
        <p:spPr>
          <a:xfrm xmlns:a="http://schemas.openxmlformats.org/drawingml/2006/main" rot="10800000" flipH="1">
            <a:off x="6629401" y="228600"/>
            <a:ext cx="1" cy="474345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4">
            <a:extLst xmlns:a="http://schemas.openxmlformats.org/drawingml/2006/main">
              <a:ext uri="{FF2B5EF4-FFF2-40B4-BE49-F238E27FC236}">
                <a16:creationId xmlns:a16="http://schemas.microsoft.com/office/drawing/2014/main" id="{905E33D5-4CFF-475E-A8B3-6D41DC056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1_Content with Caption">
  <p:cSld name="1_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5">
            <a:extLst xmlns:a="http://schemas.openxmlformats.org/drawingml/2006/main">
              <a:ext uri="{FF2B5EF4-FFF2-40B4-BE49-F238E27FC236}">
                <a16:creationId xmlns:a16="http://schemas.microsoft.com/office/drawing/2014/main" id="{FFB27E01-E0D8-44C4-8758-DD464651F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53496" y="827532"/>
            <a:ext cx="338328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400"/>
              <a:buFont typeface="Arial"/>
              <a:buNone/>
              <a:defRPr sz="1400" b="1">
                <a:solidFill>
                  <a:srgbClr val="00790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2" name="Google Shape;132;p25">
            <a:extLst xmlns:a="http://schemas.openxmlformats.org/drawingml/2006/main">
              <a:ext uri="{FF2B5EF4-FFF2-40B4-BE49-F238E27FC236}">
                <a16:creationId xmlns:a16="http://schemas.microsoft.com/office/drawing/2014/main" id="{779177C2-F8BC-4C2A-B955-A662A0334E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53496" y="1508045"/>
            <a:ext cx="3383280" cy="3236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3" name="Google Shape;133;p25">
            <a:extLst xmlns:a="http://schemas.openxmlformats.org/drawingml/2006/main">
              <a:ext uri="{FF2B5EF4-FFF2-40B4-BE49-F238E27FC236}">
                <a16:creationId xmlns:a16="http://schemas.microsoft.com/office/drawing/2014/main" id="{ECC93C01-F158-493D-BF86-417CB6A8DC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52400" y="582215"/>
            <a:ext cx="5102352" cy="416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>
                <a:solidFill>
                  <a:srgbClr val="262626"/>
                </a:solidFill>
              </a:defRPr>
            </a:lvl1pPr>
            <a:lvl2pPr marL="914400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 sz="2100">
                <a:solidFill>
                  <a:srgbClr val="262626"/>
                </a:solidFill>
              </a:defRPr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 sz="1800">
                <a:solidFill>
                  <a:srgbClr val="262626"/>
                </a:solidFill>
              </a:defRPr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 sz="1500">
                <a:solidFill>
                  <a:srgbClr val="262626"/>
                </a:solidFill>
              </a:defRPr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 sz="1500">
                <a:solidFill>
                  <a:srgbClr val="262626"/>
                </a:solidFill>
              </a:defRPr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41" name="Google Shape;134;p25"/>
          <p:cNvCxnSpPr/>
          <p:nvPr/>
        </p:nvCxnSpPr>
        <p:spPr>
          <a:xfrm xmlns:a="http://schemas.openxmlformats.org/drawingml/2006/main">
            <a:off x="5334000" y="14859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2" name="Google Shape;135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899c2c909841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2396" y="4744993"/>
            <a:ext cx="1374534" cy="3413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6" name="Google Shape;136;p25">
            <a:extLst xmlns:a="http://schemas.openxmlformats.org/drawingml/2006/main">
              <a:ext uri="{FF2B5EF4-FFF2-40B4-BE49-F238E27FC236}">
                <a16:creationId xmlns:a16="http://schemas.microsoft.com/office/drawing/2014/main" id="{128E5257-DC07-4AF7-B227-AE8E29917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5-</a:t>
            </a: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0fbf472cf472d" /><Relationship Type="http://schemas.openxmlformats.org/officeDocument/2006/relationships/slideLayout" Target="/ppt/slideLayouts/slideLayout1.xml" Id="R737986fb447e4ae6" /><Relationship Type="http://schemas.openxmlformats.org/officeDocument/2006/relationships/slideLayout" Target="/ppt/slideLayouts/slideLayout2.xml" Id="Rfb6a386df5e4435e" /><Relationship Type="http://schemas.openxmlformats.org/officeDocument/2006/relationships/slideLayout" Target="/ppt/slideLayouts/slideLayout3.xml" Id="Rd89955ccf03c4124" /><Relationship Type="http://schemas.openxmlformats.org/officeDocument/2006/relationships/slideLayout" Target="/ppt/slideLayouts/slideLayout4.xml" Id="R2c54de9d88b54f75" /><Relationship Type="http://schemas.openxmlformats.org/officeDocument/2006/relationships/slideLayout" Target="/ppt/slideLayouts/slideLayout5.xml" Id="Rcca0d095822f4287" /><Relationship Type="http://schemas.openxmlformats.org/officeDocument/2006/relationships/slideLayout" Target="/ppt/slideLayouts/slideLayout6.xml" Id="R4d117d0d40a448f4" /><Relationship Type="http://schemas.openxmlformats.org/officeDocument/2006/relationships/slideLayout" Target="/ppt/slideLayouts/slideLayout7.xml" Id="R3993975a6cf4477e" /><Relationship Type="http://schemas.openxmlformats.org/officeDocument/2006/relationships/slideLayout" Target="/ppt/slideLayouts/slideLayout8.xml" Id="R9c29dc73cf72416e" /><Relationship Type="http://schemas.openxmlformats.org/officeDocument/2006/relationships/slideLayout" Target="/ppt/slideLayouts/slideLayout9.xml" Id="R41d1cb5978644a99" /><Relationship Type="http://schemas.openxmlformats.org/officeDocument/2006/relationships/slideLayout" Target="/ppt/slideLayouts/slideLayout10.xml" Id="R085074806e994432" /><Relationship Type="http://schemas.openxmlformats.org/officeDocument/2006/relationships/slideLayout" Target="/ppt/slideLayouts/slideLayout11.xml" Id="R7692bfd790bf4536" /><Relationship Type="http://schemas.openxmlformats.org/officeDocument/2006/relationships/slideLayout" Target="/ppt/slideLayouts/slideLayout12.xml" Id="R19102b9d01504dc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02530A6B-D16E-4C9E-A389-996C5320A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53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0" i="0" u="none" cap="none">
                <a:solidFill>
                  <a:srgbClr val="007900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8761A0A-C577-4E17-8AB1-024D3ADDE0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914401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 b="0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1pPr>
            <a:lvl2pPr marL="914400" marR="0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◖"/>
              <a:defRPr sz="2100" b="0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  <a:defRPr sz="1500" b="0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»"/>
              <a:defRPr sz="1500" b="0" i="0" u="none" cap="none">
                <a:solidFill>
                  <a:srgbClr val="262626"/>
                </a:solidFill>
                <a:latin typeface="Arial"/>
                <a:ea typeface="Arial"/>
                <a:cs typeface="Arial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B27263BE-F00B-47E0-9A44-6B52B72E12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58200" y="4857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06-</a:t>
            </a: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986fb447e4ae6"/>
    <p:sldLayoutId xmlns:r="http://schemas.openxmlformats.org/officeDocument/2006/relationships" id="2147483650" r:id="Rfb6a386df5e4435e"/>
    <p:sldLayoutId xmlns:r="http://schemas.openxmlformats.org/officeDocument/2006/relationships" id="2147483651" r:id="Rd89955ccf03c4124"/>
    <p:sldLayoutId xmlns:r="http://schemas.openxmlformats.org/officeDocument/2006/relationships" id="2147483652" r:id="R2c54de9d88b54f75"/>
    <p:sldLayoutId xmlns:r="http://schemas.openxmlformats.org/officeDocument/2006/relationships" id="2147483653" r:id="Rcca0d095822f4287"/>
    <p:sldLayoutId xmlns:r="http://schemas.openxmlformats.org/officeDocument/2006/relationships" id="2147483654" r:id="R4d117d0d40a448f4"/>
    <p:sldLayoutId xmlns:r="http://schemas.openxmlformats.org/officeDocument/2006/relationships" id="2147483655" r:id="R3993975a6cf4477e"/>
    <p:sldLayoutId xmlns:r="http://schemas.openxmlformats.org/officeDocument/2006/relationships" id="2147483656" r:id="R9c29dc73cf72416e"/>
    <p:sldLayoutId xmlns:r="http://schemas.openxmlformats.org/officeDocument/2006/relationships" id="2147483657" r:id="R41d1cb5978644a99"/>
    <p:sldLayoutId xmlns:r="http://schemas.openxmlformats.org/officeDocument/2006/relationships" id="2147483658" r:id="R085074806e994432"/>
    <p:sldLayoutId xmlns:r="http://schemas.openxmlformats.org/officeDocument/2006/relationships" id="2147483659" r:id="R7692bfd790bf4536"/>
    <p:sldLayoutId xmlns:r="http://schemas.openxmlformats.org/officeDocument/2006/relationships" id="2147483660" r:id="R19102b9d01504dc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R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3342790564b28" /><Relationship Type="http://schemas.openxmlformats.org/officeDocument/2006/relationships/notesSlide" Target="/ppt/notesSlides/notesSlide1.xml" Id="R9a4d5e09224844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1d96e417342d9" /><Relationship Type="http://schemas.openxmlformats.org/officeDocument/2006/relationships/hyperlink" Target="https://ltb.curent.org/" TargetMode="External" Id="R672d5e7cdf674376" /><Relationship Type="http://schemas.openxmlformats.org/officeDocument/2006/relationships/hyperlink" Target="https://www.linkedin.com/company/76122605" TargetMode="External" Id="R689a9f526ea741a6" /><Relationship Type="http://schemas.openxmlformats.org/officeDocument/2006/relationships/hyperlink" Target="https://www.youtube.com/@curentltb" TargetMode="External" Id="Rcb1ae0cf1a454698" /><Relationship Type="http://schemas.openxmlformats.org/officeDocument/2006/relationships/hyperlink" Target="https://github.com/CURENT" TargetMode="External" Id="R7840457ae71140a2" /><Relationship Type="http://schemas.openxmlformats.org/officeDocument/2006/relationships/notesSlide" Target="/ppt/notesSlides/notesSlide2.xml" Id="R6ec2e3a409e8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efc93ad4b473d" /><Relationship Type="http://schemas.openxmlformats.org/officeDocument/2006/relationships/notesSlide" Target="/ppt/notesSlides/notesSlide3.xml" Id="Rf4c7fc20a17e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4a1c261404406b" /><Relationship Type="http://schemas.openxmlformats.org/officeDocument/2006/relationships/image" Target="/ppt/media/image7.png" Id="R789cc19ee6024446" /><Relationship Type="http://schemas.openxmlformats.org/officeDocument/2006/relationships/notesSlide" Target="/ppt/notesSlides/notesSlide4.xml" Id="Rbe26765a7a9140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da131eb2f44ac" /><Relationship Type="http://schemas.openxmlformats.org/officeDocument/2006/relationships/image" Target="/ppt/media/image8.png" Id="Rf2a3ea67e4e84e69" /><Relationship Type="http://schemas.openxmlformats.org/officeDocument/2006/relationships/notesSlide" Target="/ppt/notesSlides/notesSlide5.xml" Id="R291d4664158f45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a7ff73f35e4c07" /><Relationship Type="http://schemas.openxmlformats.org/officeDocument/2006/relationships/image" Target="/ppt/media/image9.png" Id="Rcd38db5928d94762" /><Relationship Type="http://schemas.openxmlformats.org/officeDocument/2006/relationships/notesSlide" Target="/ppt/notesSlides/notesSlide6.xml" Id="R9ad5a64c40de47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1777ce80a40af" /><Relationship Type="http://schemas.openxmlformats.org/officeDocument/2006/relationships/image" Target="/ppt/media/image10.png" Id="R37161af529a94c56" /><Relationship Type="http://schemas.openxmlformats.org/officeDocument/2006/relationships/notesSlide" Target="/ppt/notesSlides/notesSlide7.xml" Id="R833c80c7fed6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9609f9794487d" /><Relationship Type="http://schemas.openxmlformats.org/officeDocument/2006/relationships/notesSlide" Target="/ppt/notesSlides/notesSlide8.xml" Id="R6b851040761f44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d1f5c42a2941ec" /><Relationship Type="http://schemas.openxmlformats.org/officeDocument/2006/relationships/notesSlide" Target="/ppt/notesSlides/notesSlide9.xml" Id="Rc7895c5d66924a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199278bcfb4541" /><Relationship Type="http://schemas.openxmlformats.org/officeDocument/2006/relationships/notesSlide" Target="/ppt/notesSlides/notesSlide10.xml" Id="Ra110655e6f8b48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4e4e607aa4365" /><Relationship Type="http://schemas.openxmlformats.org/officeDocument/2006/relationships/image" Target="/ppt/media/image11.png" Id="R8e9ce7d5a28b477c" /><Relationship Type="http://schemas.openxmlformats.org/officeDocument/2006/relationships/image" Target="/ppt/media/image12.png" Id="R9f6a85a1edca4fec" /><Relationship Type="http://schemas.openxmlformats.org/officeDocument/2006/relationships/image" Target="/ppt/media/image13.png" Id="R1f7b54a7fb124d4e" /><Relationship Type="http://schemas.openxmlformats.org/officeDocument/2006/relationships/image" Target="/ppt/media/image14.png" Id="R2622984c5b244466" /><Relationship Type="http://schemas.openxmlformats.org/officeDocument/2006/relationships/image" Target="/ppt/media/image15.png" Id="R13ef9b2b59734878" /><Relationship Type="http://schemas.openxmlformats.org/officeDocument/2006/relationships/image" Target="/ppt/media/image16.png" Id="Re91cbe1a9f7e4862" /><Relationship Type="http://schemas.openxmlformats.org/officeDocument/2006/relationships/image" Target="/ppt/media/image.jpeg" Id="Rb20642605e754389" /><Relationship Type="http://schemas.openxmlformats.org/officeDocument/2006/relationships/image" Target="/ppt/media/image17.png" Id="R63896b66003846cc" /><Relationship Type="http://schemas.openxmlformats.org/officeDocument/2006/relationships/image" Target="/ppt/media/image18.png" Id="R1a4fe21e30f94db9" /><Relationship Type="http://schemas.openxmlformats.org/officeDocument/2006/relationships/image" Target="/ppt/media/image19.png" Id="Rbe2d343315ce4df6" /><Relationship Type="http://schemas.openxmlformats.org/officeDocument/2006/relationships/image" Target="/ppt/media/image20.png" Id="R3004f74e22164803" /><Relationship Type="http://schemas.openxmlformats.org/officeDocument/2006/relationships/image" Target="/ppt/media/image3.png" Id="R6ea33807ed9b4aaa" /><Relationship Type="http://schemas.openxmlformats.org/officeDocument/2006/relationships/image" Target="/ppt/media/image21.png" Id="R7faf10fd962e4f5a" /><Relationship Type="http://schemas.openxmlformats.org/officeDocument/2006/relationships/image" Target="/ppt/media/image22.png" Id="Rc8d2cad8ec3a4c5c" /><Relationship Type="http://schemas.openxmlformats.org/officeDocument/2006/relationships/image" Target="/ppt/media/image4.png" Id="R03fa7479dcce4f0d" /><Relationship Type="http://schemas.openxmlformats.org/officeDocument/2006/relationships/image" Target="/ppt/media/image5.png" Id="R7b26e14f2c694f0e" /><Relationship Type="http://schemas.openxmlformats.org/officeDocument/2006/relationships/notesSlide" Target="/ppt/notesSlides/notesSlide11.xml" Id="R827e496b431c47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26">
            <a:extLst xmlns:a="http://schemas.openxmlformats.org/drawingml/2006/main">
              <a:ext uri="{FF2B5EF4-FFF2-40B4-BE49-F238E27FC236}">
                <a16:creationId xmlns:a16="http://schemas.microsoft.com/office/drawing/2014/main" id="{2F532DD1-2896-44AB-9E63-15444F600A6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285625"/>
            <a:ext cx="7772400" cy="96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sz="2400" b="1">
                <a:solidFill>
                  <a:schemeClr val="accent1"/>
                </a:solidFill>
              </a:rPr>
              <a:t>CURENT Large-scale Testbed (LTB) </a:t>
            </a:r>
            <a:endParaRPr sz="2400" b="1">
              <a:solidFill>
                <a:schemeClr val="accent1"/>
              </a:solidFill>
            </a:endParaRPr>
          </a:p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sz="2400" b="1"/>
              <a:t>Weekly Meeting</a:t>
            </a:r>
            <a:endParaRPr sz="2400"/>
          </a:p>
        </p:txBody>
      </p:sp>
      <p:sp>
        <p:nvSpPr>
          <p:cNvPr id="142" name="Google Shape;142;p26">
            <a:extLst xmlns:a="http://schemas.openxmlformats.org/drawingml/2006/main">
              <a:ext uri="{FF2B5EF4-FFF2-40B4-BE49-F238E27FC236}">
                <a16:creationId xmlns:a16="http://schemas.microsoft.com/office/drawing/2014/main" id="{D2922BB7-69AA-4601-A5F7-DDB37B2EC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71700" y="2302050"/>
            <a:ext cx="4800600" cy="6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t>0</a:t>
            </a:r>
            <a:r>
              <a:t>9</a:t>
            </a:r>
            <a:r>
              <a:t>/</a:t>
            </a:r>
            <a:r>
              <a:t>14</a:t>
            </a:r>
            <a:r>
              <a:t>/2026</a:t>
            </a:r>
            <a:endParaRPr/>
          </a:p>
          <a:p xmlns:a="http://schemas.openxmlformats.org/drawingml/2006/main">
            <a:pPr marL="0" lvl="0" indent="0"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>
                <a:solidFill>
                  <a:srgbClr val="262626"/>
                </a:solidFill>
              </a:rPr>
              <a:t>CURENT, University of Tennessee, Knoxville</a:t>
            </a:r>
            <a:endParaRPr/>
          </a:p>
        </p:txBody>
      </p:sp>
      <p:graphicFrame>
        <p:nvGraphicFramePr>
          <p:cNvPr id="146" name="Google Shape;143;p26"/>
          <p:cNvGraphicFramePr/>
          <p:nvPr/>
        </p:nvGraphicFramePr>
        <p:xfrm>
          <a:off xmlns:a="http://schemas.openxmlformats.org/drawingml/2006/main" x="826029" y="2896676"/>
          <a:ext xmlns:a="http://schemas.openxmlformats.org/drawingml/2006/main" cx="7491942" cy="1733444"/>
        </p:xfrm>
        <a:graphic xmlns:a="http://schemas.openxmlformats.org/drawingml/2006/main">
          <a:graphicData uri="http://schemas.openxmlformats.org/drawingml/2006/table">
            <a:tbl>
              <a:tblPr>
                <a:tableStyleId>{5174D078-6048-4B6B-ACA5-52F38B7A75A1}</a:tableStyleId>
              </a:tblPr>
              <a:tblGrid>
                <a:gridCol w="2428111"/>
                <a:gridCol w="5063831"/>
              </a:tblGrid>
              <a:tr h="371475"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Leadership Team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Dr. Fran Li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371475"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Senior Advisor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Dr. Kevin Tomsovic, Dr. 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 Cui, Dr. Xin Fang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457200"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Core Development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 Cui, Dr. Xin Fang, Dr. Jinning Wang,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Nicholas 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Parsly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, Nick West, Zack Malkmus, Junjie Yin, Matthew 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Cannavaro, Hank Lin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386980"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Other Contributors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Qiwei</a:t>
                      </a:r>
                      <a:r>
                        <a:rPr>
                          <a:solidFill>
                            <a:srgbClr val="0000FF"/>
                          </a:solidFill>
                        </a:rPr>
                        <a:t> Zhang, Dr. Buxin She, Dr. Hang Shuai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8417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27">
            <a:extLst xmlns:a="http://schemas.openxmlformats.org/drawingml/2006/main">
              <a:ext uri="{FF2B5EF4-FFF2-40B4-BE49-F238E27FC236}">
                <a16:creationId xmlns:a16="http://schemas.microsoft.com/office/drawing/2014/main" id="{CD436B49-13C2-4EBB-BC3D-ACB2FF1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190"/>
            <a:ext cx="8229600" cy="3939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262626"/>
                </a:solidFill>
              </a:rPr>
              <a:t>Community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sz="1600">
                <a:solidFill>
                  <a:srgbClr val="262626"/>
                </a:solidFill>
              </a:rPr>
              <a:t>Homepage: </a:t>
            </a:r>
            <a:r>
              <a:rPr sz="1600" u="sng">
                <a:solidFill>
                  <a:schemeClr val="accent2"/>
                </a:solidFill>
                <a:hlinkClick xmlns:r="http://schemas.openxmlformats.org/officeDocument/2006/relationships" r:id="R672d5e7cdf674376"/>
              </a:rPr>
              <a:t>https://ltb.curent.org/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sz="1600">
                <a:solidFill>
                  <a:srgbClr val="262626"/>
                </a:solidFill>
              </a:rPr>
              <a:t>LinkedIn: </a:t>
            </a:r>
            <a:r>
              <a:rPr sz="1600" u="sng">
                <a:solidFill>
                  <a:schemeClr val="accent2"/>
                </a:solidFill>
                <a:hlinkClick xmlns:r="http://schemas.openxmlformats.org/officeDocument/2006/relationships" r:id="R689a9f526ea741a6"/>
              </a:rPr>
              <a:t>https://www.linkedin.com/company/76122605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sz="1600">
                <a:solidFill>
                  <a:srgbClr val="262626"/>
                </a:solidFill>
              </a:rPr>
              <a:t>YouTube: </a:t>
            </a:r>
            <a:r>
              <a:rPr sz="1600" u="sng">
                <a:solidFill>
                  <a:schemeClr val="accent2"/>
                </a:solidFill>
                <a:hlinkClick xmlns:r="http://schemas.openxmlformats.org/officeDocument/2006/relationships" r:id="Rcb1ae0cf1a454698"/>
              </a:rPr>
              <a:t>https://www.youtube.com/@curentltb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lvl="0" indent="-3302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sz="1600">
                <a:solidFill>
                  <a:srgbClr val="262626"/>
                </a:solidFill>
              </a:rPr>
              <a:t>GitHub: </a:t>
            </a:r>
            <a:r>
              <a:rPr sz="1600" u="sng">
                <a:solidFill>
                  <a:schemeClr val="accent2"/>
                </a:solidFill>
                <a:hlinkClick xmlns:r="http://schemas.openxmlformats.org/officeDocument/2006/relationships" r:id="R7840457ae71140a2"/>
              </a:rPr>
              <a:t>https://github.com/CURENT</a:t>
            </a:r>
            <a:endParaRPr sz="2000" b="1">
              <a:solidFill>
                <a:srgbClr val="262626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262626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262626"/>
                </a:solidFill>
              </a:rPr>
              <a:t>Admin: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endParaRPr sz="2000" b="1">
              <a:solidFill>
                <a:srgbClr val="262626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262626"/>
                </a:solidFill>
              </a:rPr>
              <a:t>Development</a:t>
            </a:r>
            <a:endParaRPr sz="1600">
              <a:solidFill>
                <a:srgbClr val="262626"/>
              </a:solidFill>
            </a:endParaRPr>
          </a:p>
          <a:p xmlns:a="http://schemas.openxmlformats.org/drawingml/2006/main"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sz="1600">
                <a:solidFill>
                  <a:srgbClr val="262626"/>
                </a:solidFill>
              </a:rPr>
              <a:t>LLM with LTB AMS</a:t>
            </a:r>
          </a:p>
          <a:p xmlns:a="http://schemas.openxmlformats.org/drawingml/2006/main">
            <a:pPr marL="914400" lvl="2" indent="-330200">
              <a:buClr>
                <a:srgbClr val="262626"/>
              </a:buClr>
              <a:buSzPts val="1600"/>
              <a:buFont typeface="Courier New"/>
              <a:buChar char="o"/>
            </a:pPr>
            <a:r>
              <a:rPr sz="1600">
                <a:solidFill>
                  <a:srgbClr val="262626"/>
                </a:solidFill>
              </a:rPr>
              <a:t>Revise the optimization problem formulation</a:t>
            </a:r>
          </a:p>
          <a:p xmlns:a="http://schemas.openxmlformats.org/drawingml/2006/main">
            <a:pPr marL="914400" lvl="2" indent="-330200">
              <a:buClr>
                <a:srgbClr val="262626"/>
              </a:buClr>
              <a:buSzPts val="1600"/>
              <a:buFont typeface="Courier New"/>
              <a:buChar char="o"/>
            </a:pPr>
            <a:r>
              <a:rPr sz="1600">
                <a:solidFill>
                  <a:srgbClr val="262626"/>
                </a:solidFill>
              </a:rPr>
              <a:t>How to verify or benchmark?</a:t>
            </a:r>
          </a:p>
          <a:p xmlns:a="http://schemas.openxmlformats.org/drawingml/2006/main">
            <a:pPr marL="914400" lvl="2" indent="-330200">
              <a:buClr>
                <a:srgbClr val="262626"/>
              </a:buClr>
              <a:buSzPts val="1600"/>
              <a:buFont typeface="Courier New"/>
              <a:buChar char="o"/>
            </a:pPr>
            <a:r>
              <a:rPr sz="1600">
                <a:solidFill>
                  <a:srgbClr val="262626"/>
                </a:solidFill>
              </a:rPr>
              <a:t>Question design for target users</a:t>
            </a:r>
            <a:endParaRPr sz="1600"/>
          </a:p>
          <a:p xmlns:a="http://schemas.openxmlformats.org/drawingml/2006/main"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sz="1600">
                <a:solidFill>
                  <a:srgbClr val="262626"/>
                </a:solidFill>
              </a:rPr>
              <a:t>LLM with LTB Andes</a:t>
            </a:r>
          </a:p>
        </p:txBody>
      </p:sp>
      <p:sp>
        <p:nvSpPr>
          <p:cNvPr id="149" name="Google Shape;149;p27">
            <a:extLst xmlns:a="http://schemas.openxmlformats.org/drawingml/2006/main">
              <a:ext uri="{FF2B5EF4-FFF2-40B4-BE49-F238E27FC236}">
                <a16:creationId xmlns:a16="http://schemas.microsoft.com/office/drawing/2014/main" id="{DCA92FD8-4956-4C21-8FF8-B635408D78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486650" y="4857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Arial"/>
                <a:ea typeface="Arial"/>
                <a:cs typeface="Arial"/>
              </a:rPr>
              <a:t> </a:t>
            </a:r>
            <a:fld id="{00000000-1234-1234-1234-123412341234}" type="slidenum">
              <a:rPr>
                <a:latin typeface="Arial"/>
                <a:ea typeface="Arial"/>
                <a:cs typeface="Arial"/>
              </a:rPr>
              <a:t>2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50" name="Google Shape;150;p27">
            <a:extLst xmlns:a="http://schemas.openxmlformats.org/drawingml/2006/main">
              <a:ext uri="{FF2B5EF4-FFF2-40B4-BE49-F238E27FC236}">
                <a16:creationId xmlns:a16="http://schemas.microsoft.com/office/drawing/2014/main" id="{806C89A3-AFD6-405C-A671-1F6A80B10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0"/>
            <a:ext cx="8229600" cy="6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>
                <a:solidFill>
                  <a:schemeClr val="accent1"/>
                </a:solidFill>
              </a:rPr>
              <a:t>1. Summary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67559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52800A-9F98-9F89-E31A-AEC792A97E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Revise the optimization problem formulation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E8F2A24-AD11-DD7F-8709-AB8419B30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022465"/>
            <a:ext cx="8520600" cy="2956206"/>
          </a:xfrm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279400" indent="-152400">
              <a:lnSpc>
                <a:spcPct val="115000"/>
              </a:lnSpc>
              <a:buNone/>
              <a:def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Implemented route: </a:t>
            </a:r>
            <a:r>
              <a: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formulate now handles bounded structural edits separately from physical parameter changes.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Structured schema: </a:t>
            </a:r>
            <a:r>
              <a: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FormulationEdit captures the target generator, IBR available power, dispatch cost, and curtailment cost.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Deterministic compiler: </a:t>
            </a:r>
            <a:r>
              <a: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the LLM selects a reviewed template; fixed code adds variables, constraints, bus mapping, and objective terms.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Current scope: </a:t>
            </a:r>
            <a:r>
              <a:rPr sz="150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replace one generator with a steady-state IBR in DCOPF/DCOPF2. Dynamic controls and reactive-power models remain future templates.</a:t>
            </a:r>
          </a:p>
        </p:txBody>
      </p:sp>
    </p:spTree>
    <p:extLst>
      <p:ext uri="{BB962C8B-B14F-4D97-AF65-F5344CB8AC3E}">
        <p14:creationId xmlns:p14="http://schemas.microsoft.com/office/powerpoint/2010/main" val="29426228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1DE371-DD3E-277B-2EA3-B566C7C7B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Revise the optimization problem formulation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3409A34C-BD28-47F8-AA24-962CE9F9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175"/>
            <a:ext cx="4438997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 fontScale="91891"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 i="0" u="none" cap="none">
                <a:solidFill>
                  <a:srgbClr val="0079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</a:pPr>
            <a:r>
              <a:rPr sz="1800">
                <a:solidFill>
                  <a:schemeClr val="tx1"/>
                </a:solidFill>
              </a:rPr>
              <a:t>Implemented workflow: the formulate route</a:t>
            </a:r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cc19ee602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80" y="914400"/>
            <a:ext cx="7254240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88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1C6E6A-85D4-D23B-453A-FB2F8B9A1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Revise the optimization problem formulation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01B04635-E747-4C66-45D3-B87F45D1AF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708660"/>
            <a:ext cx="8229600" cy="330431"/>
          </a:xfrm>
        </p:spPr>
        <p:txBody>
          <a:bodyPr xmlns:a="http://schemas.openxmlformats.org/drawingml/2006/main">
            <a:normAutofit fontScale="67798" lnSpcReduction="20000"/>
          </a:bodyPr>
          <a:lstStyle xmlns:a="http://schemas.openxmlformats.org/drawingml/2006/main"/>
          <a:p xmlns:a="http://schemas.openxmlformats.org/drawingml/2006/main">
            <a:pPr marL="76200" indent="0">
              <a:buNone/>
            </a:pPr>
            <a:r>
              <a:t>Baseline limitation: cost reweighting changes parameters, not model structure</a:t>
            </a:r>
          </a:p>
        </p:txBody>
      </p:sp>
      <p:pic>
        <p:nvPicPr>
          <p:cNvPr id="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3ea67e4e84e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58" y="1119101"/>
            <a:ext cx="5730084" cy="39247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29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0CE4BE-F93E-D63D-0599-FBB14B06B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Revise the optimization problem formulation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13FFDA53-FBE2-3E85-B67A-DE158506B2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708660"/>
            <a:ext cx="8229600" cy="330431"/>
          </a:xfrm>
        </p:spPr>
        <p:txBody>
          <a:bodyPr xmlns:a="http://schemas.openxmlformats.org/drawingml/2006/main">
            <a:normAutofit fontScale="67798" lnSpcReduction="20000"/>
          </a:bodyPr>
          <a:lstStyle xmlns:a="http://schemas.openxmlformats.org/drawingml/2006/main"/>
          <a:p xmlns:a="http://schemas.openxmlformats.org/drawingml/2006/main">
            <a:pPr marL="76200" indent="0">
              <a:buNone/>
            </a:pPr>
            <a:r>
              <a:t>Formulation review: variables, constraints, objective terms, and assumptions</a:t>
            </a:r>
            <a:endParaRPr/>
          </a:p>
        </p:txBody>
      </p:sp>
      <p:pic>
        <p:nvPicPr>
          <p:cNvPr id="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8db5928d9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8402" y="1039091"/>
            <a:ext cx="5327195" cy="39776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03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EA2845-1B51-81CA-5D2D-3615B4CD5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How to verify or benchmark?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61af529a9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6320" y="728195"/>
            <a:ext cx="7339584" cy="3931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84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AA9116-8E95-3192-67BE-C583A83A6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How to verify or benchmark?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0715F1-9134-5D1B-C652-071C8FFE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0372"/>
            <a:ext cx="745236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Compiler validation: 9 / 9 deterministic checks pass</a:t>
            </a:r>
          </a:p>
        </p:txBody>
      </p:sp>
      <p:sp>
        <p:nvSpPr>
          <p:cNvPr id="7" name="Compiler checks 1-5">
            <a:extLst xmlns:a="http://schemas.openxmlformats.org/drawingml/2006/main">
              <a:ext uri="{FF2B5EF4-FFF2-40B4-BE49-F238E27FC236}">
                <a16:creationId xmlns:a16="http://schemas.microsoft.com/office/drawing/2014/main" id="{0B4A5008-BCFC-4676-87CC-35DCF83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619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1  Schema: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valid IBR specification accepted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2  Capacity guard: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zero or negative capacity rejected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3  Cost guard: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negative cost rejected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4  Template contract: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structural components declared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5  Device replacement: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only the selected generator disabled</a:t>
            </a:r>
          </a:p>
        </p:txBody>
      </p:sp>
      <p:sp>
        <p:nvSpPr>
          <p:cNvPr id="8" name="Compiler checks 6-9">
            <a:extLst xmlns:a="http://schemas.openxmlformats.org/drawingml/2006/main">
              <a:ext uri="{FF2B5EF4-FFF2-40B4-BE49-F238E27FC236}">
                <a16:creationId xmlns:a16="http://schemas.microsoft.com/office/drawing/2014/main" id="{BD93A804-CE48-4D99-9770-7F5C1BF1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57300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6  Bus mapping: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IBR connected at the replaced unit's bus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7  Variables: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pibr and pcurt added as nonnegative variables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8  Constraints: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availability and nodal injection added</a:t>
            </a:r>
          </a:p>
          <a:p xmlns:a="http://schemas.openxmlformats.org/drawingml/2006/main">
            <a:pPr marL="279400" indent="-152400"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9  Objective and DCP: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both cost terms added; convexity gate passed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Scope: </a:t>
            </a:r>
            <a:r>
              <a:rPr sz="1350">
                <a:solidFill>
                  <a:srgbClr val="1F1F1F"/>
                </a:solidFill>
                <a:latin typeface="Century Gothic"/>
                <a:ea typeface="Century Gothic"/>
                <a:cs typeface="Century Gothic"/>
              </a:rPr>
              <a:t>compiler contract verified; live AMS solve remains pending on this machine due to its kvxopt binary.</a:t>
            </a:r>
          </a:p>
        </p:txBody>
      </p:sp>
    </p:spTree>
    <p:extLst>
      <p:ext uri="{BB962C8B-B14F-4D97-AF65-F5344CB8AC3E}">
        <p14:creationId xmlns:p14="http://schemas.microsoft.com/office/powerpoint/2010/main" val="36628698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A122E7-2D13-03DF-4909-19321442A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How to verify or benchmark?</a:t>
            </a:r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5C0573-6CF9-6E46-11F4-3C7F7786E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00100"/>
            <a:ext cx="8229600" cy="38290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Layered verification: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check user intent, formulation, implementation, and solution feasibility or optimality.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New benchmarks: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combine expert-reviewed components, hand-solvable cases, and mathematical property tests.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Verifier evaluation: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inject missing constraints, sign errors, and incorrect device mappings; add cross-tool comparisons and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4820126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FD378-0D0D-EA54-3898-16841ABC7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Question design for target users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109004-0F40-E243-0D26-6AACBE969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76300"/>
            <a:ext cx="8229600" cy="3143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Target users: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researchers and planners who understand study goals but may not know dataset or optimization implementation details.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Intent-based prompts: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users state goals and constraints; the system clarifies missing inputs and constructs the study.</a:t>
            </a:r>
          </a:p>
          <a:p xmlns:a="http://schemas.openxmlformats.org/drawingml/2006/main">
            <a:pPr marL="279400" indent="-152400">
              <a:lnSpc>
                <a:spcPct val="115000"/>
              </a:lnSpc>
              <a:buNone/>
              <a:def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Development direction: </a:t>
            </a:r>
            <a:r>
              <a:rPr sz="1575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requirement clarification, modeling, verification, and interpretation, with clear limits on real-world conclusions.</a:t>
            </a:r>
          </a:p>
        </p:txBody>
      </p:sp>
    </p:spTree>
    <p:extLst>
      <p:ext uri="{BB962C8B-B14F-4D97-AF65-F5344CB8AC3E}">
        <p14:creationId xmlns:p14="http://schemas.microsoft.com/office/powerpoint/2010/main" val="18299105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28">
            <a:extLst xmlns:a="http://schemas.openxmlformats.org/drawingml/2006/main">
              <a:ext uri="{FF2B5EF4-FFF2-40B4-BE49-F238E27FC236}">
                <a16:creationId xmlns:a16="http://schemas.microsoft.com/office/drawing/2014/main" id="{A2BFD405-3957-4B0C-982B-35CA8BC70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0"/>
            <a:ext cx="8229600" cy="6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Acknowledgements</a:t>
            </a:r>
            <a:endParaRPr/>
          </a:p>
        </p:txBody>
      </p:sp>
      <p:pic>
        <p:nvPicPr>
          <p:cNvPr id="173" name="Google Shape;15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ce7d5a28b477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9505" y="4281320"/>
            <a:ext cx="624178" cy="628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Google Shape;157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a85a1edca4f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0091" y="4288942"/>
            <a:ext cx="621179" cy="6211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58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b54a7fb124d4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0283" y="2962015"/>
            <a:ext cx="2431375" cy="48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6" name="Google Shape;159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2984c5b24446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9506" y="2408676"/>
            <a:ext cx="2522494" cy="48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7" name="Google Shape;160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f9b2b597348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9196" y="2358685"/>
            <a:ext cx="598856" cy="4862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8" name="Google Shape;161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cbe1a9f7e48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8997" y="3614946"/>
            <a:ext cx="2834755" cy="48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9" name="Google Shape;162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642605e7543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7790" y="2395058"/>
            <a:ext cx="1923300" cy="5505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0" name="Google Shape;163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96b66003846c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7991" y="3013385"/>
            <a:ext cx="2627679" cy="48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1" name="Google Shape;164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fe21e30f94db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499" y="3552521"/>
            <a:ext cx="1155152" cy="548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2" name="Google Shape;165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d343315ce4df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330" y="2923721"/>
            <a:ext cx="2102351" cy="62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3" name="Google Shape;16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4f74e221648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6880" y="2405526"/>
            <a:ext cx="1923294" cy="4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4" name="Google Shape;167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33807ed9b4aaa">
            <a:alphaModFix/>
          </a:blip>
          <a:srcRect xmlns:a="http://schemas.openxmlformats.org/drawingml/2006/main" l="0" t="0" r="538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6375" y="1406955"/>
            <a:ext cx="1843065" cy="62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5" name="Google Shape;168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f10fd962e4f5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266" y="784756"/>
            <a:ext cx="2130764" cy="486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6" name="Google Shape;169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2cad8ec3a4c5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2494" y="733057"/>
            <a:ext cx="2419206" cy="5989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7" name="Google Shape;170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a7479dcce4f0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8959" y="1500561"/>
            <a:ext cx="1941824" cy="4822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6e14f2c69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0814" y="1500561"/>
            <a:ext cx="2130764" cy="423585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4FFC40-DBBC-2202-0402-473FCD72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146"/>
            <a:ext cx="120898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Contributors: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D57C4D-581A-B145-94DD-2D15532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170047"/>
            <a:ext cx="178766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Acknowledgements:</a:t>
            </a: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5C6C33-9838-6CBA-DF4A-782530EA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1973"/>
            <a:ext cx="73152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Users: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8371834"/>
      </p:ext>
    </p:extLst>
  </p:cSld>
</p:sld>
</file>

<file path=ppt/theme/theme1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R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2026-09-14T05:23:49.1340000Z</dcterms:created>
  <dcterms:modified xsi:type="dcterms:W3CDTF">2026-09-14T05:23:49.1340000Z</dcterms:modified>
</coreProperties>
</file>